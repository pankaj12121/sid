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39" r:id="rId2"/>
    <p:sldId id="424" r:id="rId3"/>
    <p:sldId id="459" r:id="rId4"/>
    <p:sldId id="488" r:id="rId5"/>
    <p:sldId id="485" r:id="rId6"/>
    <p:sldId id="471" r:id="rId7"/>
    <p:sldId id="484" r:id="rId8"/>
    <p:sldId id="480" r:id="rId9"/>
    <p:sldId id="481" r:id="rId10"/>
    <p:sldId id="482" r:id="rId11"/>
    <p:sldId id="483" r:id="rId12"/>
    <p:sldId id="489" r:id="rId13"/>
    <p:sldId id="487" r:id="rId14"/>
    <p:sldId id="477" r:id="rId15"/>
    <p:sldId id="478" r:id="rId16"/>
    <p:sldId id="469" r:id="rId17"/>
    <p:sldId id="344" r:id="rId18"/>
  </p:sldIdLst>
  <p:sldSz cx="12192000" cy="6858000"/>
  <p:notesSz cx="6805613" cy="9939338"/>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lake Young" initials="BY"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E9F9"/>
    <a:srgbClr val="004F85"/>
    <a:srgbClr val="0060A2"/>
    <a:srgbClr val="A8D9F5"/>
    <a:srgbClr val="2DA7DF"/>
    <a:srgbClr val="007AC2"/>
    <a:srgbClr val="DDF0FB"/>
    <a:srgbClr val="FFD01D"/>
    <a:srgbClr val="EAF6FC"/>
    <a:srgbClr val="113C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31" autoAdjust="0"/>
    <p:restoredTop sz="95948" autoAdjust="0"/>
  </p:normalViewPr>
  <p:slideViewPr>
    <p:cSldViewPr snapToGrid="0">
      <p:cViewPr>
        <p:scale>
          <a:sx n="80" d="100"/>
          <a:sy n="80" d="100"/>
        </p:scale>
        <p:origin x="245" y="182"/>
      </p:cViewPr>
      <p:guideLst>
        <p:guide orient="horz" pos="2160"/>
        <p:guide pos="3840"/>
      </p:guideLst>
    </p:cSldViewPr>
  </p:slideViewPr>
  <p:outlineViewPr>
    <p:cViewPr>
      <p:scale>
        <a:sx n="33" d="100"/>
        <a:sy n="33" d="100"/>
      </p:scale>
      <p:origin x="0" y="-5214"/>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9099" cy="498693"/>
          </a:xfrm>
          <a:prstGeom prst="rect">
            <a:avLst/>
          </a:prstGeom>
        </p:spPr>
        <p:txBody>
          <a:bodyPr vert="horz" lIns="91432" tIns="45716" rIns="91432" bIns="45716" rtlCol="0"/>
          <a:lstStyle>
            <a:lvl1pPr algn="l">
              <a:defRPr sz="1200"/>
            </a:lvl1pPr>
          </a:lstStyle>
          <a:p>
            <a:endParaRPr lang="en-AU"/>
          </a:p>
        </p:txBody>
      </p:sp>
      <p:sp>
        <p:nvSpPr>
          <p:cNvPr id="3" name="Date Placeholder 2"/>
          <p:cNvSpPr>
            <a:spLocks noGrp="1"/>
          </p:cNvSpPr>
          <p:nvPr>
            <p:ph type="dt" idx="1"/>
          </p:nvPr>
        </p:nvSpPr>
        <p:spPr>
          <a:xfrm>
            <a:off x="3854940" y="1"/>
            <a:ext cx="2949099" cy="498693"/>
          </a:xfrm>
          <a:prstGeom prst="rect">
            <a:avLst/>
          </a:prstGeom>
        </p:spPr>
        <p:txBody>
          <a:bodyPr vert="horz" lIns="91432" tIns="45716" rIns="91432" bIns="45716" rtlCol="0"/>
          <a:lstStyle>
            <a:lvl1pPr algn="r">
              <a:defRPr sz="1200"/>
            </a:lvl1pPr>
          </a:lstStyle>
          <a:p>
            <a:fld id="{37647453-AF60-4BBD-9438-26723288E786}" type="datetimeFigureOut">
              <a:rPr lang="en-AU" smtClean="0"/>
              <a:pPr/>
              <a:t>29/11/2017</a:t>
            </a:fld>
            <a:endParaRPr lang="en-AU"/>
          </a:p>
        </p:txBody>
      </p:sp>
      <p:sp>
        <p:nvSpPr>
          <p:cNvPr id="4" name="Slide Image Placeholder 3"/>
          <p:cNvSpPr>
            <a:spLocks noGrp="1" noRot="1" noChangeAspect="1"/>
          </p:cNvSpPr>
          <p:nvPr>
            <p:ph type="sldImg" idx="2"/>
          </p:nvPr>
        </p:nvSpPr>
        <p:spPr>
          <a:xfrm>
            <a:off x="422275" y="1243013"/>
            <a:ext cx="5961063" cy="3354387"/>
          </a:xfrm>
          <a:prstGeom prst="rect">
            <a:avLst/>
          </a:prstGeom>
          <a:noFill/>
          <a:ln w="12700">
            <a:solidFill>
              <a:prstClr val="black"/>
            </a:solidFill>
          </a:ln>
        </p:spPr>
        <p:txBody>
          <a:bodyPr vert="horz" lIns="91432" tIns="45716" rIns="91432" bIns="45716" rtlCol="0" anchor="ctr"/>
          <a:lstStyle/>
          <a:p>
            <a:endParaRPr lang="en-AU"/>
          </a:p>
        </p:txBody>
      </p:sp>
      <p:sp>
        <p:nvSpPr>
          <p:cNvPr id="5" name="Notes Placeholder 4"/>
          <p:cNvSpPr>
            <a:spLocks noGrp="1"/>
          </p:cNvSpPr>
          <p:nvPr>
            <p:ph type="body" sz="quarter" idx="3"/>
          </p:nvPr>
        </p:nvSpPr>
        <p:spPr>
          <a:xfrm>
            <a:off x="680562" y="4783308"/>
            <a:ext cx="5444490" cy="3913614"/>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1" y="9440647"/>
            <a:ext cx="2949099" cy="498692"/>
          </a:xfrm>
          <a:prstGeom prst="rect">
            <a:avLst/>
          </a:prstGeom>
        </p:spPr>
        <p:txBody>
          <a:bodyPr vert="horz" lIns="91432" tIns="45716" rIns="91432" bIns="45716" rtlCol="0" anchor="b"/>
          <a:lstStyle>
            <a:lvl1pPr algn="l">
              <a:defRPr sz="1200"/>
            </a:lvl1pPr>
          </a:lstStyle>
          <a:p>
            <a:endParaRPr lang="en-AU"/>
          </a:p>
        </p:txBody>
      </p:sp>
      <p:sp>
        <p:nvSpPr>
          <p:cNvPr id="7" name="Slide Number Placeholder 6"/>
          <p:cNvSpPr>
            <a:spLocks noGrp="1"/>
          </p:cNvSpPr>
          <p:nvPr>
            <p:ph type="sldNum" sz="quarter" idx="5"/>
          </p:nvPr>
        </p:nvSpPr>
        <p:spPr>
          <a:xfrm>
            <a:off x="3854940" y="9440647"/>
            <a:ext cx="2949099" cy="498692"/>
          </a:xfrm>
          <a:prstGeom prst="rect">
            <a:avLst/>
          </a:prstGeom>
        </p:spPr>
        <p:txBody>
          <a:bodyPr vert="horz" lIns="91432" tIns="45716" rIns="91432" bIns="45716" rtlCol="0" anchor="b"/>
          <a:lstStyle>
            <a:lvl1pPr algn="r">
              <a:defRPr sz="1200"/>
            </a:lvl1pPr>
          </a:lstStyle>
          <a:p>
            <a:fld id="{AA8461D0-6FD8-4CAD-87B5-F2C91DE16E2A}" type="slidenum">
              <a:rPr lang="en-AU" smtClean="0"/>
              <a:pPr/>
              <a:t>‹#›</a:t>
            </a:fld>
            <a:endParaRPr lang="en-AU"/>
          </a:p>
        </p:txBody>
      </p:sp>
    </p:spTree>
    <p:extLst>
      <p:ext uri="{BB962C8B-B14F-4D97-AF65-F5344CB8AC3E}">
        <p14:creationId xmlns:p14="http://schemas.microsoft.com/office/powerpoint/2010/main" val="2703365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AA8461D0-6FD8-4CAD-87B5-F2C91DE16E2A}" type="slidenum">
              <a:rPr lang="en-AU" smtClean="0"/>
              <a:pPr/>
              <a:t>1</a:t>
            </a:fld>
            <a:endParaRPr lang="en-AU"/>
          </a:p>
        </p:txBody>
      </p:sp>
    </p:spTree>
    <p:extLst>
      <p:ext uri="{BB962C8B-B14F-4D97-AF65-F5344CB8AC3E}">
        <p14:creationId xmlns:p14="http://schemas.microsoft.com/office/powerpoint/2010/main" val="38487819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rgbClr val="2DA7DF"/>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lvl1pPr>
              <a:defRPr>
                <a:solidFill>
                  <a:srgbClr val="007AC2"/>
                </a:solidFill>
              </a:defRPr>
            </a:lvl1pPr>
          </a:lstStyle>
          <a:p>
            <a:r>
              <a:rPr lang="en-AU"/>
              <a:t>© Planit Software Testing</a:t>
            </a:r>
            <a:endParaRPr lang="en-AU" dirty="0"/>
          </a:p>
        </p:txBody>
      </p:sp>
      <p:sp>
        <p:nvSpPr>
          <p:cNvPr id="6" name="Slide Number Placeholder 5"/>
          <p:cNvSpPr>
            <a:spLocks noGrp="1"/>
          </p:cNvSpPr>
          <p:nvPr>
            <p:ph type="sldNum" sz="quarter" idx="12"/>
          </p:nvPr>
        </p:nvSpPr>
        <p:spPr/>
        <p:txBody>
          <a:bodyPr/>
          <a:lstStyle>
            <a:lvl1pPr>
              <a:defRPr>
                <a:solidFill>
                  <a:srgbClr val="007AC2"/>
                </a:solidFill>
              </a:defRPr>
            </a:lvl1pPr>
          </a:lstStyle>
          <a:p>
            <a:fld id="{B343C9CB-C555-4E9B-92D9-067BF6B13A25}" type="slidenum">
              <a:rPr lang="en-AU" smtClean="0"/>
              <a:pPr/>
              <a:t>‹#›</a:t>
            </a:fld>
            <a:endParaRPr lang="en-AU"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58250" y="152400"/>
            <a:ext cx="1575000" cy="1586250"/>
          </a:xfrm>
          <a:prstGeom prst="rect">
            <a:avLst/>
          </a:prstGeom>
        </p:spPr>
      </p:pic>
      <p:sp>
        <p:nvSpPr>
          <p:cNvPr id="11" name="TextBox 10"/>
          <p:cNvSpPr txBox="1"/>
          <p:nvPr userDrawn="1"/>
        </p:nvSpPr>
        <p:spPr>
          <a:xfrm>
            <a:off x="205093" y="6356350"/>
            <a:ext cx="5733826" cy="338554"/>
          </a:xfrm>
          <a:prstGeom prst="rect">
            <a:avLst/>
          </a:prstGeom>
          <a:noFill/>
        </p:spPr>
        <p:txBody>
          <a:bodyPr wrap="square" rtlCol="0">
            <a:spAutoFit/>
          </a:bodyPr>
          <a:lstStyle/>
          <a:p>
            <a:r>
              <a:rPr lang="en-AU" sz="1600" b="1" dirty="0">
                <a:solidFill>
                  <a:srgbClr val="007AC2"/>
                </a:solidFill>
                <a:latin typeface="Arial" panose="020B0604020202020204" pitchFamily="34" charset="0"/>
                <a:cs typeface="Arial" panose="020B0604020202020204" pitchFamily="34" charset="0"/>
              </a:rPr>
              <a:t>www.planittesting.com</a:t>
            </a:r>
          </a:p>
        </p:txBody>
      </p:sp>
      <p:sp>
        <p:nvSpPr>
          <p:cNvPr id="8" name="Title Placeholder 1"/>
          <p:cNvSpPr>
            <a:spLocks noGrp="1"/>
          </p:cNvSpPr>
          <p:nvPr>
            <p:ph type="title"/>
          </p:nvPr>
        </p:nvSpPr>
        <p:spPr>
          <a:xfrm>
            <a:off x="448237" y="176867"/>
            <a:ext cx="10515600" cy="1325563"/>
          </a:xfrm>
          <a:prstGeom prst="rect">
            <a:avLst/>
          </a:prstGeom>
        </p:spPr>
        <p:txBody>
          <a:bodyPr vert="horz" lIns="91440" tIns="45720" rIns="91440" bIns="45720" rtlCol="0" anchor="ctr">
            <a:normAutofit/>
          </a:bodyPr>
          <a:lstStyle/>
          <a:p>
            <a:r>
              <a:rPr lang="en-US"/>
              <a:t>Click to edit Master title style</a:t>
            </a:r>
            <a:endParaRPr lang="en-AU" dirty="0"/>
          </a:p>
        </p:txBody>
      </p:sp>
      <p:sp>
        <p:nvSpPr>
          <p:cNvPr id="9" name="Text Placeholder 2"/>
          <p:cNvSpPr>
            <a:spLocks noGrp="1"/>
          </p:cNvSpPr>
          <p:nvPr>
            <p:ph idx="1"/>
          </p:nvPr>
        </p:nvSpPr>
        <p:spPr>
          <a:xfrm>
            <a:off x="448237" y="1825625"/>
            <a:ext cx="10515600" cy="4351338"/>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dirty="0"/>
              <a:t>Click to edit Master text styles</a:t>
            </a:r>
          </a:p>
          <a:p>
            <a:pPr lvl="1"/>
            <a:r>
              <a:rPr lang="en-US" dirty="0"/>
              <a:t>Second level</a:t>
            </a:r>
          </a:p>
          <a:p>
            <a:pPr lvl="2"/>
            <a:r>
              <a:rPr lang="en-US" dirty="0"/>
              <a:t>Third level</a:t>
            </a:r>
          </a:p>
        </p:txBody>
      </p:sp>
      <p:sp>
        <p:nvSpPr>
          <p:cNvPr id="12" name="Footer Placeholder 4"/>
          <p:cNvSpPr txBox="1">
            <a:spLocks/>
          </p:cNvSpPr>
          <p:nvPr userDrawn="1"/>
        </p:nvSpPr>
        <p:spPr>
          <a:xfrm>
            <a:off x="9056049" y="6356350"/>
            <a:ext cx="2458122"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mtClean="0"/>
              <a:t>© Planit Software Testing</a:t>
            </a:r>
            <a:endParaRPr lang="en-AU" dirty="0"/>
          </a:p>
        </p:txBody>
      </p:sp>
      <p:sp>
        <p:nvSpPr>
          <p:cNvPr id="13" name="Slide Number Placeholder 5"/>
          <p:cNvSpPr txBox="1">
            <a:spLocks/>
          </p:cNvSpPr>
          <p:nvPr userDrawn="1"/>
        </p:nvSpPr>
        <p:spPr>
          <a:xfrm>
            <a:off x="11153295" y="6356350"/>
            <a:ext cx="445546"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343C9CB-C555-4E9B-92D9-067BF6B13A25}" type="slidenum">
              <a:rPr lang="en-AU" smtClean="0"/>
              <a:pPr/>
              <a:t>‹#›</a:t>
            </a:fld>
            <a:endParaRPr lang="en-AU" dirty="0"/>
          </a:p>
        </p:txBody>
      </p:sp>
      <p:cxnSp>
        <p:nvCxnSpPr>
          <p:cNvPr id="14" name="Straight Connector 13"/>
          <p:cNvCxnSpPr/>
          <p:nvPr userDrawn="1"/>
        </p:nvCxnSpPr>
        <p:spPr>
          <a:xfrm>
            <a:off x="11865537" y="6194426"/>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11865537" y="1298279"/>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a:off x="-643963" y="6194426"/>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a:off x="-643963" y="1298279"/>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rot="16200000">
            <a:off x="10887637" y="7015163"/>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rot="16200000">
            <a:off x="359337" y="7002463"/>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1763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2DA7D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solidFill>
                  <a:schemeClr val="bg1"/>
                </a:solidFill>
              </a:defRPr>
            </a:lvl1pPr>
          </a:lstStyle>
          <a:p>
            <a:r>
              <a:rPr lang="en-US"/>
              <a:t>Click to edit Master title style</a:t>
            </a:r>
            <a:endParaRPr lang="en-AU" dirty="0"/>
          </a:p>
        </p:txBody>
      </p:sp>
      <p:sp>
        <p:nvSpPr>
          <p:cNvPr id="3" name="Text Placeholder 2"/>
          <p:cNvSpPr>
            <a:spLocks noGrp="1"/>
          </p:cNvSpPr>
          <p:nvPr>
            <p:ph type="body" idx="1"/>
          </p:nvPr>
        </p:nvSpPr>
        <p:spPr>
          <a:xfrm>
            <a:off x="831850" y="4589463"/>
            <a:ext cx="10515600" cy="1500187"/>
          </a:xfrm>
        </p:spPr>
        <p:txBody>
          <a:bodyPr>
            <a:normAutofit/>
          </a:bodyPr>
          <a:lstStyle>
            <a:lvl1pPr marL="0" indent="0" algn="just">
              <a:buNone/>
              <a:defRPr sz="2400">
                <a:solidFill>
                  <a:srgbClr val="A8D9F5"/>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lvl1pPr>
              <a:defRPr>
                <a:solidFill>
                  <a:srgbClr val="007AC2"/>
                </a:solidFill>
              </a:defRPr>
            </a:lvl1pPr>
          </a:lstStyle>
          <a:p>
            <a:r>
              <a:rPr lang="en-AU"/>
              <a:t>© Planit Software Testing</a:t>
            </a:r>
            <a:endParaRPr lang="en-AU" dirty="0"/>
          </a:p>
        </p:txBody>
      </p:sp>
      <p:sp>
        <p:nvSpPr>
          <p:cNvPr id="6" name="Slide Number Placeholder 5"/>
          <p:cNvSpPr>
            <a:spLocks noGrp="1"/>
          </p:cNvSpPr>
          <p:nvPr>
            <p:ph type="sldNum" sz="quarter" idx="12"/>
          </p:nvPr>
        </p:nvSpPr>
        <p:spPr/>
        <p:txBody>
          <a:bodyPr/>
          <a:lstStyle>
            <a:lvl1pPr>
              <a:defRPr>
                <a:solidFill>
                  <a:srgbClr val="007AC2"/>
                </a:solidFill>
              </a:defRPr>
            </a:lvl1pPr>
          </a:lstStyle>
          <a:p>
            <a:fld id="{B343C9CB-C555-4E9B-92D9-067BF6B13A25}" type="slidenum">
              <a:rPr lang="en-AU" smtClean="0"/>
              <a:pPr/>
              <a:t>‹#›</a:t>
            </a:fld>
            <a:endParaRPr lang="en-AU"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58250" y="152400"/>
            <a:ext cx="1575000" cy="1586250"/>
          </a:xfrm>
          <a:prstGeom prst="rect">
            <a:avLst/>
          </a:prstGeom>
        </p:spPr>
      </p:pic>
      <p:sp>
        <p:nvSpPr>
          <p:cNvPr id="11" name="TextBox 10"/>
          <p:cNvSpPr txBox="1"/>
          <p:nvPr userDrawn="1"/>
        </p:nvSpPr>
        <p:spPr>
          <a:xfrm>
            <a:off x="205093" y="6356350"/>
            <a:ext cx="5733826" cy="338554"/>
          </a:xfrm>
          <a:prstGeom prst="rect">
            <a:avLst/>
          </a:prstGeom>
          <a:noFill/>
        </p:spPr>
        <p:txBody>
          <a:bodyPr wrap="square" rtlCol="0">
            <a:spAutoFit/>
          </a:bodyPr>
          <a:lstStyle/>
          <a:p>
            <a:r>
              <a:rPr lang="en-AU" sz="1600" b="1" dirty="0">
                <a:solidFill>
                  <a:srgbClr val="007AC2"/>
                </a:solidFill>
                <a:latin typeface="Arial" panose="020B0604020202020204" pitchFamily="34" charset="0"/>
                <a:cs typeface="Arial" panose="020B0604020202020204" pitchFamily="34" charset="0"/>
              </a:rPr>
              <a:t>www.planittesting.com</a:t>
            </a:r>
          </a:p>
        </p:txBody>
      </p:sp>
    </p:spTree>
    <p:extLst>
      <p:ext uri="{BB962C8B-B14F-4D97-AF65-F5344CB8AC3E}">
        <p14:creationId xmlns:p14="http://schemas.microsoft.com/office/powerpoint/2010/main" val="2991669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Δimg&gt;View&gt;SlideMast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0369"/>
          <a:stretch/>
        </p:blipFill>
        <p:spPr>
          <a:xfrm>
            <a:off x="-14514" y="0"/>
            <a:ext cx="9237453" cy="6870700"/>
          </a:xfrm>
          <a:prstGeom prst="rect">
            <a:avLst/>
          </a:prstGeom>
        </p:spPr>
      </p:pic>
      <p:sp>
        <p:nvSpPr>
          <p:cNvPr id="4" name="Parallelogram 3"/>
          <p:cNvSpPr/>
          <p:nvPr userDrawn="1"/>
        </p:nvSpPr>
        <p:spPr>
          <a:xfrm>
            <a:off x="6222064" y="0"/>
            <a:ext cx="7610050" cy="6870700"/>
          </a:xfrm>
          <a:prstGeom prst="parallelogram">
            <a:avLst>
              <a:gd name="adj" fmla="val 17381"/>
            </a:avLst>
          </a:prstGeom>
          <a:solidFill>
            <a:srgbClr val="2DA7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ctrTitle"/>
          </p:nvPr>
        </p:nvSpPr>
        <p:spPr>
          <a:xfrm>
            <a:off x="7277099" y="2285998"/>
            <a:ext cx="4615709" cy="2661445"/>
          </a:xfrm>
        </p:spPr>
        <p:txBody>
          <a:bodyPr anchor="b">
            <a:normAutofit/>
          </a:bodyPr>
          <a:lstStyle>
            <a:lvl1pPr algn="l">
              <a:defRPr sz="480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AU" dirty="0"/>
          </a:p>
        </p:txBody>
      </p:sp>
      <p:sp>
        <p:nvSpPr>
          <p:cNvPr id="3" name="Subtitle 2"/>
          <p:cNvSpPr>
            <a:spLocks noGrp="1"/>
          </p:cNvSpPr>
          <p:nvPr>
            <p:ph type="subTitle" idx="1"/>
          </p:nvPr>
        </p:nvSpPr>
        <p:spPr>
          <a:xfrm>
            <a:off x="7277099" y="5176044"/>
            <a:ext cx="4615709" cy="848518"/>
          </a:xfrm>
        </p:spPr>
        <p:txBody>
          <a:bodyPr>
            <a:normAutofit/>
          </a:bodyPr>
          <a:lstStyle>
            <a:lvl1pPr marL="0" indent="0" algn="l">
              <a:lnSpc>
                <a:spcPct val="100000"/>
              </a:lnSpc>
              <a:spcBef>
                <a:spcPts val="0"/>
              </a:spcBef>
              <a:buNone/>
              <a:defRPr sz="1800">
                <a:solidFill>
                  <a:srgbClr val="113C6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dirty="0"/>
          </a:p>
        </p:txBody>
      </p:sp>
      <p:sp>
        <p:nvSpPr>
          <p:cNvPr id="5" name="Footer Placeholder 4"/>
          <p:cNvSpPr>
            <a:spLocks noGrp="1"/>
          </p:cNvSpPr>
          <p:nvPr>
            <p:ph type="ftr" sz="quarter" idx="11"/>
          </p:nvPr>
        </p:nvSpPr>
        <p:spPr/>
        <p:txBody>
          <a:bodyPr/>
          <a:lstStyle>
            <a:lvl1pPr>
              <a:defRPr>
                <a:solidFill>
                  <a:schemeClr val="bg1"/>
                </a:solidFill>
              </a:defRPr>
            </a:lvl1pPr>
          </a:lstStyle>
          <a:p>
            <a:r>
              <a:rPr lang="en-AU"/>
              <a:t>© Planit Software Testing</a:t>
            </a:r>
            <a:endParaRPr lang="en-AU"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B343C9CB-C555-4E9B-92D9-067BF6B13A25}" type="slidenum">
              <a:rPr lang="en-AU" smtClean="0"/>
              <a:pPr/>
              <a:t>‹#›</a:t>
            </a:fld>
            <a:endParaRPr lang="en-AU" dirty="0"/>
          </a:p>
        </p:txBody>
      </p:sp>
      <p:pic>
        <p:nvPicPr>
          <p:cNvPr id="21" name="Picture 2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56502" y="149682"/>
            <a:ext cx="1586250" cy="1586250"/>
          </a:xfrm>
          <a:prstGeom prst="rect">
            <a:avLst/>
          </a:prstGeom>
          <a:effectLst>
            <a:outerShdw blurRad="63500" dist="12700" dir="2700000" algn="tl" rotWithShape="0">
              <a:srgbClr val="002060">
                <a:alpha val="40000"/>
              </a:srgbClr>
            </a:outerShdw>
          </a:effectLst>
        </p:spPr>
      </p:pic>
      <p:sp>
        <p:nvSpPr>
          <p:cNvPr id="19" name="TextBox 18"/>
          <p:cNvSpPr txBox="1"/>
          <p:nvPr userDrawn="1"/>
        </p:nvSpPr>
        <p:spPr>
          <a:xfrm>
            <a:off x="129396" y="6234270"/>
            <a:ext cx="5733826" cy="523220"/>
          </a:xfrm>
          <a:prstGeom prst="rect">
            <a:avLst/>
          </a:prstGeom>
          <a:noFill/>
          <a:effectLst/>
        </p:spPr>
        <p:txBody>
          <a:bodyPr wrap="square" rtlCol="0">
            <a:spAutoFit/>
          </a:bodyPr>
          <a:lstStyle/>
          <a:p>
            <a:r>
              <a:rPr lang="en-AU" sz="2800" b="1" dirty="0">
                <a:solidFill>
                  <a:srgbClr val="2DA7DF"/>
                </a:solidFill>
                <a:latin typeface="Arial" panose="020B0604020202020204" pitchFamily="34" charset="0"/>
                <a:cs typeface="Arial" panose="020B0604020202020204" pitchFamily="34" charset="0"/>
              </a:rPr>
              <a:t>www.planittesting.com</a:t>
            </a:r>
          </a:p>
        </p:txBody>
      </p:sp>
      <p:sp>
        <p:nvSpPr>
          <p:cNvPr id="18" name="Parallelogram 17"/>
          <p:cNvSpPr/>
          <p:nvPr userDrawn="1"/>
        </p:nvSpPr>
        <p:spPr>
          <a:xfrm>
            <a:off x="4994966" y="4425156"/>
            <a:ext cx="2076824" cy="2445544"/>
          </a:xfrm>
          <a:prstGeom prst="parallelogram">
            <a:avLst>
              <a:gd name="adj" fmla="val 19686"/>
            </a:avLst>
          </a:prstGeom>
          <a:solidFill>
            <a:srgbClr val="113C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a:p>
        </p:txBody>
      </p:sp>
      <p:sp>
        <p:nvSpPr>
          <p:cNvPr id="8" name="Rectangle 7"/>
          <p:cNvSpPr/>
          <p:nvPr userDrawn="1"/>
        </p:nvSpPr>
        <p:spPr>
          <a:xfrm>
            <a:off x="12191999" y="0"/>
            <a:ext cx="1802471" cy="6870700"/>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2" name="Straight Connector 11"/>
          <p:cNvCxnSpPr/>
          <p:nvPr userDrawn="1"/>
        </p:nvCxnSpPr>
        <p:spPr>
          <a:xfrm>
            <a:off x="12255500" y="6194426"/>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12255500" y="1298279"/>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9436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W Δimg&gt;View&gt;SlideMaster">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6702" y="0"/>
            <a:ext cx="10287000" cy="6858000"/>
          </a:xfrm>
          <a:prstGeom prst="rect">
            <a:avLst/>
          </a:prstGeom>
        </p:spPr>
      </p:pic>
      <p:sp>
        <p:nvSpPr>
          <p:cNvPr id="4" name="Parallelogram 3"/>
          <p:cNvSpPr/>
          <p:nvPr userDrawn="1"/>
        </p:nvSpPr>
        <p:spPr>
          <a:xfrm>
            <a:off x="6222064" y="0"/>
            <a:ext cx="7610050" cy="6870700"/>
          </a:xfrm>
          <a:prstGeom prst="parallelogram">
            <a:avLst>
              <a:gd name="adj" fmla="val 1738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ctrTitle"/>
          </p:nvPr>
        </p:nvSpPr>
        <p:spPr>
          <a:xfrm>
            <a:off x="7277099" y="2285998"/>
            <a:ext cx="4615709" cy="2661445"/>
          </a:xfrm>
        </p:spPr>
        <p:txBody>
          <a:bodyPr anchor="b">
            <a:normAutofit/>
          </a:bodyPr>
          <a:lstStyle>
            <a:lvl1pPr algn="l">
              <a:defRPr sz="4800">
                <a:solidFill>
                  <a:srgbClr val="004F85"/>
                </a:solidFill>
                <a:latin typeface="Arial" panose="020B0604020202020204" pitchFamily="34" charset="0"/>
                <a:cs typeface="Arial" panose="020B0604020202020204" pitchFamily="34" charset="0"/>
              </a:defRPr>
            </a:lvl1pPr>
          </a:lstStyle>
          <a:p>
            <a:r>
              <a:rPr lang="en-US"/>
              <a:t>Click to edit Master title style</a:t>
            </a:r>
            <a:endParaRPr lang="en-AU" dirty="0"/>
          </a:p>
        </p:txBody>
      </p:sp>
      <p:sp>
        <p:nvSpPr>
          <p:cNvPr id="3" name="Subtitle 2"/>
          <p:cNvSpPr>
            <a:spLocks noGrp="1"/>
          </p:cNvSpPr>
          <p:nvPr>
            <p:ph type="subTitle" idx="1"/>
          </p:nvPr>
        </p:nvSpPr>
        <p:spPr>
          <a:xfrm>
            <a:off x="7277099" y="5176044"/>
            <a:ext cx="4615709" cy="848518"/>
          </a:xfrm>
        </p:spPr>
        <p:txBody>
          <a:bodyPr>
            <a:normAutofit/>
          </a:bodyPr>
          <a:lstStyle>
            <a:lvl1pPr marL="0" indent="0" algn="l">
              <a:lnSpc>
                <a:spcPct val="100000"/>
              </a:lnSpc>
              <a:spcBef>
                <a:spcPts val="0"/>
              </a:spcBef>
              <a:buNone/>
              <a:defRPr sz="1800">
                <a:solidFill>
                  <a:srgbClr val="0060A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dirty="0"/>
          </a:p>
        </p:txBody>
      </p:sp>
      <p:sp>
        <p:nvSpPr>
          <p:cNvPr id="5" name="Footer Placeholder 4"/>
          <p:cNvSpPr>
            <a:spLocks noGrp="1"/>
          </p:cNvSpPr>
          <p:nvPr>
            <p:ph type="ftr" sz="quarter" idx="11"/>
          </p:nvPr>
        </p:nvSpPr>
        <p:spPr/>
        <p:txBody>
          <a:bodyPr/>
          <a:lstStyle>
            <a:lvl1pPr>
              <a:defRPr>
                <a:solidFill>
                  <a:schemeClr val="bg1">
                    <a:lumMod val="65000"/>
                  </a:schemeClr>
                </a:solidFill>
              </a:defRPr>
            </a:lvl1pPr>
          </a:lstStyle>
          <a:p>
            <a:r>
              <a:rPr lang="en-AU"/>
              <a:t>© Planit Software Testing</a:t>
            </a:r>
            <a:endParaRPr lang="en-AU" dirty="0"/>
          </a:p>
        </p:txBody>
      </p:sp>
      <p:sp>
        <p:nvSpPr>
          <p:cNvPr id="6" name="Slide Number Placeholder 5"/>
          <p:cNvSpPr>
            <a:spLocks noGrp="1"/>
          </p:cNvSpPr>
          <p:nvPr>
            <p:ph type="sldNum" sz="quarter" idx="12"/>
          </p:nvPr>
        </p:nvSpPr>
        <p:spPr/>
        <p:txBody>
          <a:bodyPr/>
          <a:lstStyle>
            <a:lvl1pPr>
              <a:defRPr>
                <a:solidFill>
                  <a:schemeClr val="bg1">
                    <a:lumMod val="65000"/>
                  </a:schemeClr>
                </a:solidFill>
              </a:defRPr>
            </a:lvl1pPr>
          </a:lstStyle>
          <a:p>
            <a:fld id="{B343C9CB-C555-4E9B-92D9-067BF6B13A25}" type="slidenum">
              <a:rPr lang="en-AU" smtClean="0"/>
              <a:pPr/>
              <a:t>‹#›</a:t>
            </a:fld>
            <a:endParaRPr lang="en-AU" dirty="0"/>
          </a:p>
        </p:txBody>
      </p:sp>
      <p:sp>
        <p:nvSpPr>
          <p:cNvPr id="19" name="TextBox 18"/>
          <p:cNvSpPr txBox="1"/>
          <p:nvPr userDrawn="1"/>
        </p:nvSpPr>
        <p:spPr>
          <a:xfrm>
            <a:off x="129396" y="6234270"/>
            <a:ext cx="5733826" cy="523220"/>
          </a:xfrm>
          <a:prstGeom prst="rect">
            <a:avLst/>
          </a:prstGeom>
          <a:noFill/>
          <a:effectLst/>
        </p:spPr>
        <p:txBody>
          <a:bodyPr wrap="square" rtlCol="0">
            <a:spAutoFit/>
          </a:bodyPr>
          <a:lstStyle/>
          <a:p>
            <a:r>
              <a:rPr lang="en-AU" sz="2800" b="1" dirty="0">
                <a:solidFill>
                  <a:srgbClr val="2DA7DF"/>
                </a:solidFill>
                <a:latin typeface="Arial" panose="020B0604020202020204" pitchFamily="34" charset="0"/>
                <a:cs typeface="Arial" panose="020B0604020202020204" pitchFamily="34" charset="0"/>
              </a:rPr>
              <a:t>www.planittesting.com</a:t>
            </a:r>
          </a:p>
        </p:txBody>
      </p:sp>
      <p:sp>
        <p:nvSpPr>
          <p:cNvPr id="18" name="Parallelogram 17"/>
          <p:cNvSpPr/>
          <p:nvPr userDrawn="1"/>
        </p:nvSpPr>
        <p:spPr>
          <a:xfrm>
            <a:off x="4994966" y="4425156"/>
            <a:ext cx="2076824" cy="2445544"/>
          </a:xfrm>
          <a:prstGeom prst="parallelogram">
            <a:avLst>
              <a:gd name="adj" fmla="val 19686"/>
            </a:avLst>
          </a:prstGeom>
          <a:solidFill>
            <a:srgbClr val="2DA7D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a:p>
        </p:txBody>
      </p:sp>
      <p:sp>
        <p:nvSpPr>
          <p:cNvPr id="8" name="Rectangle 7"/>
          <p:cNvSpPr/>
          <p:nvPr userDrawn="1"/>
        </p:nvSpPr>
        <p:spPr>
          <a:xfrm>
            <a:off x="12191999" y="0"/>
            <a:ext cx="1802471" cy="6870700"/>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2" name="Straight Connector 11"/>
          <p:cNvCxnSpPr/>
          <p:nvPr userDrawn="1"/>
        </p:nvCxnSpPr>
        <p:spPr>
          <a:xfrm>
            <a:off x="12255500" y="6194426"/>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12255500" y="1298279"/>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49719" y="152400"/>
            <a:ext cx="1583532" cy="1583532"/>
          </a:xfrm>
          <a:prstGeom prst="rect">
            <a:avLst/>
          </a:prstGeom>
        </p:spPr>
      </p:pic>
    </p:spTree>
    <p:custDataLst>
      <p:tags r:id="rId1"/>
    </p:custDataLst>
    <p:extLst>
      <p:ext uri="{BB962C8B-B14F-4D97-AF65-F5344CB8AC3E}">
        <p14:creationId xmlns:p14="http://schemas.microsoft.com/office/powerpoint/2010/main" val="3355682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B Δimg&gt;View&gt;SlideMast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681" r="37235"/>
          <a:stretch/>
        </p:blipFill>
        <p:spPr>
          <a:xfrm flipH="1">
            <a:off x="0" y="0"/>
            <a:ext cx="7452781" cy="6862985"/>
          </a:xfrm>
          <a:prstGeom prst="rect">
            <a:avLst/>
          </a:prstGeom>
        </p:spPr>
      </p:pic>
      <p:sp>
        <p:nvSpPr>
          <p:cNvPr id="4" name="Parallelogram 3"/>
          <p:cNvSpPr/>
          <p:nvPr userDrawn="1"/>
        </p:nvSpPr>
        <p:spPr>
          <a:xfrm>
            <a:off x="6222064" y="0"/>
            <a:ext cx="7610050" cy="6870700"/>
          </a:xfrm>
          <a:prstGeom prst="parallelogram">
            <a:avLst>
              <a:gd name="adj" fmla="val 17381"/>
            </a:avLst>
          </a:prstGeom>
          <a:solidFill>
            <a:srgbClr val="007A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ctrTitle"/>
          </p:nvPr>
        </p:nvSpPr>
        <p:spPr>
          <a:xfrm>
            <a:off x="7277099" y="2285998"/>
            <a:ext cx="4615709" cy="2661445"/>
          </a:xfrm>
        </p:spPr>
        <p:txBody>
          <a:bodyPr anchor="b">
            <a:normAutofit/>
          </a:bodyPr>
          <a:lstStyle>
            <a:lvl1pPr algn="l">
              <a:defRPr sz="480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AU" dirty="0"/>
          </a:p>
        </p:txBody>
      </p:sp>
      <p:sp>
        <p:nvSpPr>
          <p:cNvPr id="3" name="Subtitle 2"/>
          <p:cNvSpPr>
            <a:spLocks noGrp="1"/>
          </p:cNvSpPr>
          <p:nvPr>
            <p:ph type="subTitle" idx="1"/>
          </p:nvPr>
        </p:nvSpPr>
        <p:spPr>
          <a:xfrm>
            <a:off x="7277099" y="5176044"/>
            <a:ext cx="4615709" cy="848518"/>
          </a:xfrm>
        </p:spPr>
        <p:txBody>
          <a:bodyPr>
            <a:normAutofit/>
          </a:bodyPr>
          <a:lstStyle>
            <a:lvl1pPr marL="0" indent="0" algn="l">
              <a:lnSpc>
                <a:spcPct val="100000"/>
              </a:lnSpc>
              <a:spcBef>
                <a:spcPts val="0"/>
              </a:spcBef>
              <a:buNone/>
              <a:defRPr sz="1800">
                <a:solidFill>
                  <a:srgbClr val="DDF0FB"/>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dirty="0"/>
          </a:p>
        </p:txBody>
      </p:sp>
      <p:sp>
        <p:nvSpPr>
          <p:cNvPr id="5" name="Footer Placeholder 4"/>
          <p:cNvSpPr>
            <a:spLocks noGrp="1"/>
          </p:cNvSpPr>
          <p:nvPr>
            <p:ph type="ftr" sz="quarter" idx="11"/>
          </p:nvPr>
        </p:nvSpPr>
        <p:spPr/>
        <p:txBody>
          <a:bodyPr/>
          <a:lstStyle>
            <a:lvl1pPr>
              <a:defRPr>
                <a:solidFill>
                  <a:srgbClr val="113C62"/>
                </a:solidFill>
              </a:defRPr>
            </a:lvl1pPr>
          </a:lstStyle>
          <a:p>
            <a:r>
              <a:rPr lang="en-AU"/>
              <a:t>© Planit Software Testing</a:t>
            </a:r>
            <a:endParaRPr lang="en-AU" dirty="0"/>
          </a:p>
        </p:txBody>
      </p:sp>
      <p:sp>
        <p:nvSpPr>
          <p:cNvPr id="6" name="Slide Number Placeholder 5"/>
          <p:cNvSpPr>
            <a:spLocks noGrp="1"/>
          </p:cNvSpPr>
          <p:nvPr>
            <p:ph type="sldNum" sz="quarter" idx="12"/>
          </p:nvPr>
        </p:nvSpPr>
        <p:spPr/>
        <p:txBody>
          <a:bodyPr/>
          <a:lstStyle>
            <a:lvl1pPr>
              <a:defRPr>
                <a:solidFill>
                  <a:srgbClr val="113C62"/>
                </a:solidFill>
              </a:defRPr>
            </a:lvl1pPr>
          </a:lstStyle>
          <a:p>
            <a:fld id="{B343C9CB-C555-4E9B-92D9-067BF6B13A25}" type="slidenum">
              <a:rPr lang="en-AU" smtClean="0"/>
              <a:pPr/>
              <a:t>‹#›</a:t>
            </a:fld>
            <a:endParaRPr lang="en-AU" dirty="0"/>
          </a:p>
        </p:txBody>
      </p:sp>
      <p:sp>
        <p:nvSpPr>
          <p:cNvPr id="19" name="TextBox 18"/>
          <p:cNvSpPr txBox="1"/>
          <p:nvPr userDrawn="1"/>
        </p:nvSpPr>
        <p:spPr>
          <a:xfrm>
            <a:off x="129396" y="6234270"/>
            <a:ext cx="5733826" cy="523220"/>
          </a:xfrm>
          <a:prstGeom prst="rect">
            <a:avLst/>
          </a:prstGeom>
          <a:noFill/>
          <a:effectLst/>
        </p:spPr>
        <p:txBody>
          <a:bodyPr wrap="square" rtlCol="0">
            <a:spAutoFit/>
          </a:bodyPr>
          <a:lstStyle/>
          <a:p>
            <a:r>
              <a:rPr lang="en-AU" sz="2800" b="1" dirty="0">
                <a:solidFill>
                  <a:srgbClr val="2DA7DF"/>
                </a:solidFill>
                <a:latin typeface="Arial" panose="020B0604020202020204" pitchFamily="34" charset="0"/>
                <a:cs typeface="Arial" panose="020B0604020202020204" pitchFamily="34" charset="0"/>
              </a:rPr>
              <a:t>www.planittesting.com</a:t>
            </a:r>
          </a:p>
        </p:txBody>
      </p:sp>
      <p:sp>
        <p:nvSpPr>
          <p:cNvPr id="18" name="Parallelogram 17"/>
          <p:cNvSpPr/>
          <p:nvPr userDrawn="1"/>
        </p:nvSpPr>
        <p:spPr>
          <a:xfrm>
            <a:off x="4994966" y="4425156"/>
            <a:ext cx="2076824" cy="2445544"/>
          </a:xfrm>
          <a:prstGeom prst="parallelogram">
            <a:avLst>
              <a:gd name="adj" fmla="val 19686"/>
            </a:avLst>
          </a:prstGeom>
          <a:solidFill>
            <a:srgbClr val="2B93D1">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AU"/>
          </a:p>
        </p:txBody>
      </p:sp>
      <p:sp>
        <p:nvSpPr>
          <p:cNvPr id="8" name="Rectangle 7"/>
          <p:cNvSpPr/>
          <p:nvPr userDrawn="1"/>
        </p:nvSpPr>
        <p:spPr>
          <a:xfrm>
            <a:off x="12191999" y="0"/>
            <a:ext cx="1802471" cy="6870700"/>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2" name="Straight Connector 11"/>
          <p:cNvCxnSpPr/>
          <p:nvPr userDrawn="1"/>
        </p:nvCxnSpPr>
        <p:spPr>
          <a:xfrm>
            <a:off x="12255500" y="6194426"/>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12255500" y="1298279"/>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56502" y="149682"/>
            <a:ext cx="1586250" cy="1586250"/>
          </a:xfrm>
          <a:prstGeom prst="rect">
            <a:avLst/>
          </a:prstGeom>
          <a:effectLst>
            <a:outerShdw blurRad="63500" dist="12700" dir="2700000" algn="tl" rotWithShape="0">
              <a:srgbClr val="002060">
                <a:alpha val="40000"/>
              </a:srgbClr>
            </a:outerShdw>
          </a:effectLst>
        </p:spPr>
      </p:pic>
    </p:spTree>
    <p:extLst>
      <p:ext uri="{BB962C8B-B14F-4D97-AF65-F5344CB8AC3E}">
        <p14:creationId xmlns:p14="http://schemas.microsoft.com/office/powerpoint/2010/main" val="2771891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2 Col">
    <p:bg>
      <p:bgPr>
        <a:solidFill>
          <a:srgbClr val="2DA7DF"/>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58250" y="152400"/>
            <a:ext cx="1575000" cy="1586250"/>
          </a:xfrm>
          <a:prstGeom prst="rect">
            <a:avLst/>
          </a:prstGeom>
        </p:spPr>
      </p:pic>
      <p:sp>
        <p:nvSpPr>
          <p:cNvPr id="4" name="Content Placeholder 3"/>
          <p:cNvSpPr>
            <a:spLocks noGrp="1"/>
          </p:cNvSpPr>
          <p:nvPr>
            <p:ph sz="half" idx="2"/>
          </p:nvPr>
        </p:nvSpPr>
        <p:spPr>
          <a:xfrm>
            <a:off x="839788" y="3393195"/>
            <a:ext cx="5157787" cy="2796468"/>
          </a:xfrm>
        </p:spPr>
        <p:txBody>
          <a:bodyPr>
            <a:normAutofit/>
          </a:bodyPr>
          <a:lstStyle>
            <a:lvl1pPr marL="0" indent="0" algn="just">
              <a:buNone/>
              <a:defRPr sz="1800">
                <a:solidFill>
                  <a:srgbClr val="CBE9F9"/>
                </a:solidFill>
              </a:defRPr>
            </a:lvl1pPr>
          </a:lstStyle>
          <a:p>
            <a:pPr lvl="0"/>
            <a:r>
              <a:rPr lang="en-US"/>
              <a:t>Click to edit Master text styles</a:t>
            </a:r>
          </a:p>
        </p:txBody>
      </p:sp>
      <p:sp>
        <p:nvSpPr>
          <p:cNvPr id="6" name="Content Placeholder 5"/>
          <p:cNvSpPr>
            <a:spLocks noGrp="1"/>
          </p:cNvSpPr>
          <p:nvPr>
            <p:ph sz="quarter" idx="4"/>
          </p:nvPr>
        </p:nvSpPr>
        <p:spPr>
          <a:xfrm>
            <a:off x="6172200" y="3393195"/>
            <a:ext cx="5183188" cy="2796468"/>
          </a:xfrm>
        </p:spPr>
        <p:txBody>
          <a:bodyPr>
            <a:normAutofit/>
          </a:bodyPr>
          <a:lstStyle>
            <a:lvl1pPr marL="0" indent="0" algn="just">
              <a:buNone/>
              <a:defRPr sz="1800">
                <a:solidFill>
                  <a:srgbClr val="CBE9F9"/>
                </a:solidFill>
              </a:defRPr>
            </a:lvl1pPr>
          </a:lstStyle>
          <a:p>
            <a:pPr lvl="0"/>
            <a:r>
              <a:rPr lang="en-US"/>
              <a:t>Click to edit Master text styles</a:t>
            </a:r>
          </a:p>
        </p:txBody>
      </p:sp>
      <p:sp>
        <p:nvSpPr>
          <p:cNvPr id="8" name="Footer Placeholder 7"/>
          <p:cNvSpPr>
            <a:spLocks noGrp="1"/>
          </p:cNvSpPr>
          <p:nvPr>
            <p:ph type="ftr" sz="quarter" idx="11"/>
          </p:nvPr>
        </p:nvSpPr>
        <p:spPr/>
        <p:txBody>
          <a:bodyPr/>
          <a:lstStyle>
            <a:lvl1pPr>
              <a:defRPr>
                <a:solidFill>
                  <a:srgbClr val="007AC2"/>
                </a:solidFill>
              </a:defRPr>
            </a:lvl1pPr>
          </a:lstStyle>
          <a:p>
            <a:r>
              <a:rPr lang="en-AU"/>
              <a:t>© Planit Software Testing</a:t>
            </a:r>
            <a:endParaRPr lang="en-AU" dirty="0"/>
          </a:p>
        </p:txBody>
      </p:sp>
      <p:sp>
        <p:nvSpPr>
          <p:cNvPr id="9" name="Slide Number Placeholder 8"/>
          <p:cNvSpPr>
            <a:spLocks noGrp="1"/>
          </p:cNvSpPr>
          <p:nvPr>
            <p:ph type="sldNum" sz="quarter" idx="12"/>
          </p:nvPr>
        </p:nvSpPr>
        <p:spPr/>
        <p:txBody>
          <a:bodyPr/>
          <a:lstStyle>
            <a:lvl1pPr>
              <a:defRPr>
                <a:solidFill>
                  <a:srgbClr val="007AC2"/>
                </a:solidFill>
              </a:defRPr>
            </a:lvl1pPr>
          </a:lstStyle>
          <a:p>
            <a:fld id="{B343C9CB-C555-4E9B-92D9-067BF6B13A25}" type="slidenum">
              <a:rPr lang="en-AU" smtClean="0"/>
              <a:pPr/>
              <a:t>‹#›</a:t>
            </a:fld>
            <a:endParaRPr lang="en-AU"/>
          </a:p>
        </p:txBody>
      </p:sp>
      <p:sp>
        <p:nvSpPr>
          <p:cNvPr id="12" name="Title 1"/>
          <p:cNvSpPr>
            <a:spLocks noGrp="1"/>
          </p:cNvSpPr>
          <p:nvPr>
            <p:ph type="title"/>
          </p:nvPr>
        </p:nvSpPr>
        <p:spPr>
          <a:xfrm>
            <a:off x="838201" y="1463095"/>
            <a:ext cx="8607812" cy="1763413"/>
          </a:xfrm>
        </p:spPr>
        <p:txBody>
          <a:bodyPr anchor="b">
            <a:noAutofit/>
          </a:bodyPr>
          <a:lstStyle>
            <a:lvl1pPr>
              <a:defRPr sz="6000">
                <a:solidFill>
                  <a:srgbClr val="FDFDFD"/>
                </a:solidFill>
              </a:defRPr>
            </a:lvl1pPr>
          </a:lstStyle>
          <a:p>
            <a:r>
              <a:rPr lang="en-US"/>
              <a:t>Click to edit Master title style</a:t>
            </a:r>
            <a:endParaRPr lang="en-AU" dirty="0"/>
          </a:p>
        </p:txBody>
      </p:sp>
      <p:sp>
        <p:nvSpPr>
          <p:cNvPr id="14" name="TextBox 13"/>
          <p:cNvSpPr txBox="1"/>
          <p:nvPr userDrawn="1"/>
        </p:nvSpPr>
        <p:spPr>
          <a:xfrm>
            <a:off x="205093" y="6356350"/>
            <a:ext cx="5733826" cy="338554"/>
          </a:xfrm>
          <a:prstGeom prst="rect">
            <a:avLst/>
          </a:prstGeom>
          <a:noFill/>
        </p:spPr>
        <p:txBody>
          <a:bodyPr wrap="square" rtlCol="0">
            <a:spAutoFit/>
          </a:bodyPr>
          <a:lstStyle/>
          <a:p>
            <a:r>
              <a:rPr lang="en-AU" sz="1600" b="1" dirty="0">
                <a:solidFill>
                  <a:srgbClr val="007AC2"/>
                </a:solidFill>
                <a:latin typeface="Arial" panose="020B0604020202020204" pitchFamily="34" charset="0"/>
                <a:cs typeface="Arial" panose="020B0604020202020204" pitchFamily="34" charset="0"/>
              </a:rPr>
              <a:t>www.planittesting.com</a:t>
            </a:r>
          </a:p>
        </p:txBody>
      </p:sp>
    </p:spTree>
    <p:extLst>
      <p:ext uri="{BB962C8B-B14F-4D97-AF65-F5344CB8AC3E}">
        <p14:creationId xmlns:p14="http://schemas.microsoft.com/office/powerpoint/2010/main" val="2937029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6776"/>
          </a:xfrm>
        </p:spPr>
        <p:txBody>
          <a:bodyPr>
            <a:noAutofit/>
          </a:bodyPr>
          <a:lstStyle>
            <a:lvl1pPr>
              <a:defRPr sz="4000"/>
            </a:lvl1pPr>
          </a:lstStyle>
          <a:p>
            <a:r>
              <a:rPr lang="en-US"/>
              <a:t>Click to edit Master title style</a:t>
            </a:r>
            <a:endParaRPr lang="en-AU" dirty="0"/>
          </a:p>
        </p:txBody>
      </p:sp>
      <p:sp>
        <p:nvSpPr>
          <p:cNvPr id="3" name="Content Placeholder 2"/>
          <p:cNvSpPr>
            <a:spLocks noGrp="1"/>
          </p:cNvSpPr>
          <p:nvPr>
            <p:ph idx="1"/>
          </p:nvPr>
        </p:nvSpPr>
        <p:spPr>
          <a:xfrm>
            <a:off x="838200" y="1304627"/>
            <a:ext cx="10515600" cy="4872336"/>
          </a:xfrm>
        </p:spPr>
        <p:txBody>
          <a:bodyPr>
            <a:normAutofit/>
          </a:bodyPr>
          <a:lstStyle>
            <a:lvl1pPr>
              <a:defRPr sz="1800">
                <a:latin typeface="Arial" panose="020B0604020202020204" pitchFamily="34" charset="0"/>
                <a:cs typeface="Arial" panose="020B0604020202020204" pitchFamily="34" charset="0"/>
              </a:defRPr>
            </a:lvl1pPr>
            <a:lvl2pPr>
              <a:defRPr sz="1800">
                <a:latin typeface="Arial" panose="020B0604020202020204" pitchFamily="34" charset="0"/>
                <a:cs typeface="Arial" panose="020B0604020202020204" pitchFamily="34" charset="0"/>
              </a:defRPr>
            </a:lvl2pPr>
            <a:lvl3pPr>
              <a:defRPr sz="1400">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5" name="Footer Placeholder 4"/>
          <p:cNvSpPr>
            <a:spLocks noGrp="1"/>
          </p:cNvSpPr>
          <p:nvPr>
            <p:ph type="ftr" sz="quarter" idx="11"/>
          </p:nvPr>
        </p:nvSpPr>
        <p:spPr>
          <a:xfrm>
            <a:off x="9530682" y="6356350"/>
            <a:ext cx="2458122" cy="365125"/>
          </a:xfrm>
        </p:spPr>
        <p:txBody>
          <a:bodyPr/>
          <a:lstStyle>
            <a:lvl1pPr>
              <a:defRPr b="0">
                <a:solidFill>
                  <a:schemeClr val="bg1">
                    <a:lumMod val="75000"/>
                  </a:schemeClr>
                </a:solidFill>
                <a:latin typeface="Arial" panose="020B0604020202020204" pitchFamily="34" charset="0"/>
                <a:cs typeface="Arial" panose="020B0604020202020204" pitchFamily="34" charset="0"/>
              </a:defRPr>
            </a:lvl1pPr>
          </a:lstStyle>
          <a:p>
            <a:r>
              <a:rPr lang="en-AU"/>
              <a:t>© Planit Software Testing</a:t>
            </a:r>
            <a:endParaRPr lang="en-AU" dirty="0"/>
          </a:p>
        </p:txBody>
      </p:sp>
      <p:sp>
        <p:nvSpPr>
          <p:cNvPr id="6" name="Slide Number Placeholder 5"/>
          <p:cNvSpPr>
            <a:spLocks noGrp="1"/>
          </p:cNvSpPr>
          <p:nvPr>
            <p:ph type="sldNum" sz="quarter" idx="12"/>
          </p:nvPr>
        </p:nvSpPr>
        <p:spPr>
          <a:xfrm>
            <a:off x="11521742" y="6356350"/>
            <a:ext cx="467061" cy="365125"/>
          </a:xfrm>
        </p:spPr>
        <p:txBody>
          <a:bodyPr/>
          <a:lstStyle>
            <a:lvl1pPr>
              <a:defRPr>
                <a:solidFill>
                  <a:schemeClr val="bg1">
                    <a:lumMod val="75000"/>
                  </a:schemeClr>
                </a:solidFill>
                <a:latin typeface="Arial" panose="020B0604020202020204" pitchFamily="34" charset="0"/>
                <a:cs typeface="Arial" panose="020B0604020202020204" pitchFamily="34" charset="0"/>
              </a:defRPr>
            </a:lvl1pPr>
          </a:lstStyle>
          <a:p>
            <a:fld id="{B343C9CB-C555-4E9B-92D9-067BF6B13A25}" type="slidenum">
              <a:rPr lang="en-AU" smtClean="0"/>
              <a:pPr/>
              <a:t>‹#›</a:t>
            </a:fld>
            <a:endParaRPr lang="en-AU" dirty="0"/>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extBox 9"/>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Tree>
    <p:extLst>
      <p:ext uri="{BB962C8B-B14F-4D97-AF65-F5344CB8AC3E}">
        <p14:creationId xmlns:p14="http://schemas.microsoft.com/office/powerpoint/2010/main" val="596026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Stripe">
    <p:spTree>
      <p:nvGrpSpPr>
        <p:cNvPr id="1" name=""/>
        <p:cNvGrpSpPr/>
        <p:nvPr/>
      </p:nvGrpSpPr>
      <p:grpSpPr>
        <a:xfrm>
          <a:off x="0" y="0"/>
          <a:ext cx="0" cy="0"/>
          <a:chOff x="0" y="0"/>
          <a:chExt cx="0" cy="0"/>
        </a:xfrm>
      </p:grpSpPr>
      <p:sp>
        <p:nvSpPr>
          <p:cNvPr id="16" name="Parallelogram 15"/>
          <p:cNvSpPr/>
          <p:nvPr userDrawn="1"/>
        </p:nvSpPr>
        <p:spPr>
          <a:xfrm>
            <a:off x="6408969" y="0"/>
            <a:ext cx="3143892" cy="6858000"/>
          </a:xfrm>
          <a:prstGeom prst="parallelogram">
            <a:avLst>
              <a:gd name="adj" fmla="val 49510"/>
            </a:avLst>
          </a:prstGeom>
          <a:solidFill>
            <a:srgbClr val="EA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a:xfrm>
            <a:off x="838200" y="365126"/>
            <a:ext cx="10515600" cy="726776"/>
          </a:xfrm>
        </p:spPr>
        <p:txBody>
          <a:bodyPr>
            <a:noAutofit/>
          </a:bodyPr>
          <a:lstStyle>
            <a:lvl1pPr>
              <a:defRPr sz="4000"/>
            </a:lvl1pPr>
          </a:lstStyle>
          <a:p>
            <a:r>
              <a:rPr lang="en-US"/>
              <a:t>Click to edit Master title style</a:t>
            </a:r>
            <a:endParaRPr lang="en-AU" dirty="0"/>
          </a:p>
        </p:txBody>
      </p:sp>
      <p:sp>
        <p:nvSpPr>
          <p:cNvPr id="3" name="Content Placeholder 2"/>
          <p:cNvSpPr>
            <a:spLocks noGrp="1"/>
          </p:cNvSpPr>
          <p:nvPr>
            <p:ph idx="1"/>
          </p:nvPr>
        </p:nvSpPr>
        <p:spPr>
          <a:xfrm>
            <a:off x="838200" y="1304627"/>
            <a:ext cx="10515600" cy="4872336"/>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5" name="Footer Placeholder 4"/>
          <p:cNvSpPr>
            <a:spLocks noGrp="1"/>
          </p:cNvSpPr>
          <p:nvPr>
            <p:ph type="ftr" sz="quarter" idx="11"/>
          </p:nvPr>
        </p:nvSpPr>
        <p:spPr/>
        <p:txBody>
          <a:bodyPr/>
          <a:lstStyle>
            <a:lvl1pPr>
              <a:defRPr>
                <a:solidFill>
                  <a:schemeClr val="bg1">
                    <a:lumMod val="75000"/>
                  </a:schemeClr>
                </a:solidFill>
              </a:defRPr>
            </a:lvl1pPr>
          </a:lstStyle>
          <a:p>
            <a:r>
              <a:rPr lang="en-AU"/>
              <a:t>© Planit Software Testing</a:t>
            </a:r>
            <a:endParaRPr lang="en-AU" dirty="0"/>
          </a:p>
        </p:txBody>
      </p:sp>
      <p:sp>
        <p:nvSpPr>
          <p:cNvPr id="6" name="Slide Number Placeholder 5"/>
          <p:cNvSpPr>
            <a:spLocks noGrp="1"/>
          </p:cNvSpPr>
          <p:nvPr>
            <p:ph type="sldNum" sz="quarter" idx="12"/>
          </p:nvPr>
        </p:nvSpPr>
        <p:spPr/>
        <p:txBody>
          <a:bodyPr/>
          <a:lstStyle>
            <a:lvl1pPr>
              <a:defRPr>
                <a:solidFill>
                  <a:schemeClr val="bg1">
                    <a:lumMod val="75000"/>
                  </a:schemeClr>
                </a:solidFill>
              </a:defRPr>
            </a:lvl1p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2" name="TextBox 11"/>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Tree>
    <p:extLst>
      <p:ext uri="{BB962C8B-B14F-4D97-AF65-F5344CB8AC3E}">
        <p14:creationId xmlns:p14="http://schemas.microsoft.com/office/powerpoint/2010/main" val="1520966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Blue">
    <p:bg>
      <p:bgPr>
        <a:solidFill>
          <a:srgbClr val="EAF6FC"/>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6776"/>
          </a:xfrm>
        </p:spPr>
        <p:txBody>
          <a:bodyPr>
            <a:noAutofit/>
          </a:bodyPr>
          <a:lstStyle>
            <a:lvl1pPr>
              <a:defRPr sz="4000">
                <a:solidFill>
                  <a:srgbClr val="007AC2"/>
                </a:solidFill>
              </a:defRPr>
            </a:lvl1pPr>
          </a:lstStyle>
          <a:p>
            <a:r>
              <a:rPr lang="en-US"/>
              <a:t>Click to edit Master title style</a:t>
            </a:r>
            <a:endParaRPr lang="en-AU" dirty="0"/>
          </a:p>
        </p:txBody>
      </p:sp>
      <p:sp>
        <p:nvSpPr>
          <p:cNvPr id="3" name="Content Placeholder 2"/>
          <p:cNvSpPr>
            <a:spLocks noGrp="1"/>
          </p:cNvSpPr>
          <p:nvPr>
            <p:ph idx="1"/>
          </p:nvPr>
        </p:nvSpPr>
        <p:spPr>
          <a:xfrm>
            <a:off x="838200" y="1304627"/>
            <a:ext cx="10515600" cy="4872336"/>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5" name="Footer Placeholder 4"/>
          <p:cNvSpPr>
            <a:spLocks noGrp="1"/>
          </p:cNvSpPr>
          <p:nvPr>
            <p:ph type="ftr" sz="quarter" idx="11"/>
          </p:nvPr>
        </p:nvSpPr>
        <p:spPr/>
        <p:txBody>
          <a:bodyPr/>
          <a:lstStyle>
            <a:lvl1pPr>
              <a:defRPr>
                <a:solidFill>
                  <a:srgbClr val="2B93D1"/>
                </a:solidFill>
              </a:defRPr>
            </a:lvl1pPr>
          </a:lstStyle>
          <a:p>
            <a:r>
              <a:rPr lang="en-AU"/>
              <a:t>© Planit Software Testing</a:t>
            </a:r>
            <a:endParaRPr lang="en-AU" dirty="0"/>
          </a:p>
        </p:txBody>
      </p:sp>
      <p:sp>
        <p:nvSpPr>
          <p:cNvPr id="6" name="Slide Number Placeholder 5"/>
          <p:cNvSpPr>
            <a:spLocks noGrp="1"/>
          </p:cNvSpPr>
          <p:nvPr>
            <p:ph type="sldNum" sz="quarter" idx="12"/>
          </p:nvPr>
        </p:nvSpPr>
        <p:spPr/>
        <p:txBody>
          <a:bodyPr/>
          <a:lstStyle>
            <a:lvl1pPr>
              <a:defRPr>
                <a:solidFill>
                  <a:srgbClr val="2B93D1"/>
                </a:solidFill>
              </a:defRPr>
            </a:lvl1pPr>
          </a:lstStyle>
          <a:p>
            <a:fld id="{B343C9CB-C555-4E9B-92D9-067BF6B13A25}" type="slidenum">
              <a:rPr lang="en-AU" smtClean="0"/>
              <a:pPr/>
              <a:t>‹#›</a:t>
            </a:fld>
            <a:endParaRPr lang="en-AU" dirty="0"/>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1" name="TextBox 10"/>
          <p:cNvSpPr txBox="1"/>
          <p:nvPr userDrawn="1"/>
        </p:nvSpPr>
        <p:spPr>
          <a:xfrm>
            <a:off x="205093" y="6356350"/>
            <a:ext cx="5733826" cy="338554"/>
          </a:xfrm>
          <a:prstGeom prst="rect">
            <a:avLst/>
          </a:prstGeom>
          <a:noFill/>
        </p:spPr>
        <p:txBody>
          <a:bodyPr wrap="square" rtlCol="0">
            <a:spAutoFit/>
          </a:bodyPr>
          <a:lstStyle/>
          <a:p>
            <a:r>
              <a:rPr lang="en-AU" sz="1600" b="1" dirty="0">
                <a:solidFill>
                  <a:srgbClr val="2B93D1"/>
                </a:solidFill>
                <a:latin typeface="Arial" panose="020B0604020202020204" pitchFamily="34" charset="0"/>
                <a:cs typeface="Arial" panose="020B0604020202020204" pitchFamily="34" charset="0"/>
              </a:rPr>
              <a:t>www.planittesting.com</a:t>
            </a:r>
          </a:p>
        </p:txBody>
      </p:sp>
    </p:spTree>
    <p:extLst>
      <p:ext uri="{BB962C8B-B14F-4D97-AF65-F5344CB8AC3E}">
        <p14:creationId xmlns:p14="http://schemas.microsoft.com/office/powerpoint/2010/main" val="230856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White">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dirty="0"/>
          </a:p>
        </p:txBody>
      </p:sp>
      <p:sp>
        <p:nvSpPr>
          <p:cNvPr id="3" name="Text Placeholder 2"/>
          <p:cNvSpPr>
            <a:spLocks noGrp="1"/>
          </p:cNvSpPr>
          <p:nvPr>
            <p:ph type="body" idx="1"/>
          </p:nvPr>
        </p:nvSpPr>
        <p:spPr>
          <a:xfrm>
            <a:off x="831850" y="4589463"/>
            <a:ext cx="10515600" cy="1500187"/>
          </a:xfrm>
        </p:spPr>
        <p:txBody>
          <a:bodyPr>
            <a:normAutofit/>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AU"/>
              <a:t>© Planit Software Testing</a:t>
            </a:r>
            <a:endParaRPr lang="en-AU" dirty="0"/>
          </a:p>
        </p:txBody>
      </p:sp>
      <p:sp>
        <p:nvSpPr>
          <p:cNvPr id="6" name="Slide Number Placeholder 5"/>
          <p:cNvSpPr>
            <a:spLocks noGrp="1"/>
          </p:cNvSpPr>
          <p:nvPr>
            <p:ph type="sldNum" sz="quarter" idx="12"/>
          </p:nvPr>
        </p:nvSpPr>
        <p:spPr/>
        <p:txBody>
          <a:bodyPr/>
          <a:lstStyle/>
          <a:p>
            <a:fld id="{B343C9CB-C555-4E9B-92D9-067BF6B13A25}" type="slidenum">
              <a:rPr lang="en-AU" smtClean="0"/>
              <a:pPr/>
              <a:t>‹#›</a:t>
            </a:fld>
            <a:endParaRPr lang="en-AU"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1" name="TextBox 10"/>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Tree>
    <p:extLst>
      <p:ext uri="{BB962C8B-B14F-4D97-AF65-F5344CB8AC3E}">
        <p14:creationId xmlns:p14="http://schemas.microsoft.com/office/powerpoint/2010/main" val="1570675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3 Col">
    <p:bg>
      <p:bgPr>
        <a:solidFill>
          <a:srgbClr val="2DA7DF"/>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58250" y="152400"/>
            <a:ext cx="1575000" cy="1586250"/>
          </a:xfrm>
          <a:prstGeom prst="rect">
            <a:avLst/>
          </a:prstGeom>
        </p:spPr>
      </p:pic>
      <p:sp>
        <p:nvSpPr>
          <p:cNvPr id="8" name="Footer Placeholder 7"/>
          <p:cNvSpPr>
            <a:spLocks noGrp="1"/>
          </p:cNvSpPr>
          <p:nvPr>
            <p:ph type="ftr" sz="quarter" idx="11"/>
          </p:nvPr>
        </p:nvSpPr>
        <p:spPr/>
        <p:txBody>
          <a:bodyPr/>
          <a:lstStyle>
            <a:lvl1pPr>
              <a:defRPr>
                <a:solidFill>
                  <a:srgbClr val="007AC2"/>
                </a:solidFill>
              </a:defRPr>
            </a:lvl1pPr>
          </a:lstStyle>
          <a:p>
            <a:r>
              <a:rPr lang="en-AU"/>
              <a:t>© Planit Software Testing</a:t>
            </a:r>
            <a:endParaRPr lang="en-AU" dirty="0"/>
          </a:p>
        </p:txBody>
      </p:sp>
      <p:sp>
        <p:nvSpPr>
          <p:cNvPr id="9" name="Slide Number Placeholder 8"/>
          <p:cNvSpPr>
            <a:spLocks noGrp="1"/>
          </p:cNvSpPr>
          <p:nvPr>
            <p:ph type="sldNum" sz="quarter" idx="12"/>
          </p:nvPr>
        </p:nvSpPr>
        <p:spPr/>
        <p:txBody>
          <a:bodyPr/>
          <a:lstStyle>
            <a:lvl1pPr>
              <a:defRPr>
                <a:solidFill>
                  <a:srgbClr val="007AC2"/>
                </a:solidFill>
              </a:defRPr>
            </a:lvl1pPr>
          </a:lstStyle>
          <a:p>
            <a:fld id="{B343C9CB-C555-4E9B-92D9-067BF6B13A25}" type="slidenum">
              <a:rPr lang="en-AU" smtClean="0"/>
              <a:pPr/>
              <a:t>‹#›</a:t>
            </a:fld>
            <a:endParaRPr lang="en-AU"/>
          </a:p>
        </p:txBody>
      </p:sp>
      <p:sp>
        <p:nvSpPr>
          <p:cNvPr id="12" name="Title 1"/>
          <p:cNvSpPr>
            <a:spLocks noGrp="1"/>
          </p:cNvSpPr>
          <p:nvPr>
            <p:ph type="title"/>
          </p:nvPr>
        </p:nvSpPr>
        <p:spPr>
          <a:xfrm>
            <a:off x="838201" y="838982"/>
            <a:ext cx="8607812" cy="1763413"/>
          </a:xfrm>
        </p:spPr>
        <p:txBody>
          <a:bodyPr anchor="b">
            <a:noAutofit/>
          </a:bodyPr>
          <a:lstStyle>
            <a:lvl1pPr>
              <a:defRPr sz="6000">
                <a:solidFill>
                  <a:srgbClr val="FDFDFD"/>
                </a:solidFill>
              </a:defRPr>
            </a:lvl1pPr>
          </a:lstStyle>
          <a:p>
            <a:r>
              <a:rPr lang="en-US"/>
              <a:t>Click to edit Master title style</a:t>
            </a:r>
            <a:endParaRPr lang="en-AU" dirty="0"/>
          </a:p>
        </p:txBody>
      </p:sp>
      <p:sp>
        <p:nvSpPr>
          <p:cNvPr id="14" name="TextBox 13"/>
          <p:cNvSpPr txBox="1"/>
          <p:nvPr userDrawn="1"/>
        </p:nvSpPr>
        <p:spPr>
          <a:xfrm>
            <a:off x="205093" y="6356350"/>
            <a:ext cx="5733826" cy="338554"/>
          </a:xfrm>
          <a:prstGeom prst="rect">
            <a:avLst/>
          </a:prstGeom>
          <a:noFill/>
        </p:spPr>
        <p:txBody>
          <a:bodyPr wrap="square" rtlCol="0">
            <a:spAutoFit/>
          </a:bodyPr>
          <a:lstStyle/>
          <a:p>
            <a:r>
              <a:rPr lang="en-AU" sz="1600" b="1" dirty="0">
                <a:solidFill>
                  <a:srgbClr val="007AC2"/>
                </a:solidFill>
                <a:latin typeface="Arial" panose="020B0604020202020204" pitchFamily="34" charset="0"/>
                <a:cs typeface="Arial" panose="020B0604020202020204" pitchFamily="34" charset="0"/>
              </a:rPr>
              <a:t>www.planittesting.com</a:t>
            </a:r>
          </a:p>
        </p:txBody>
      </p:sp>
      <p:sp>
        <p:nvSpPr>
          <p:cNvPr id="24" name="Content Placeholder 2"/>
          <p:cNvSpPr>
            <a:spLocks noGrp="1"/>
          </p:cNvSpPr>
          <p:nvPr>
            <p:ph sz="half" idx="14"/>
          </p:nvPr>
        </p:nvSpPr>
        <p:spPr>
          <a:xfrm>
            <a:off x="838199" y="2960913"/>
            <a:ext cx="3362563" cy="3216050"/>
          </a:xfrm>
        </p:spPr>
        <p:txBody>
          <a:bodyPr/>
          <a:lstStyle>
            <a:lvl1pPr marL="0" indent="0" algn="ctr">
              <a:spcBef>
                <a:spcPts val="600"/>
              </a:spcBef>
              <a:spcAft>
                <a:spcPts val="600"/>
              </a:spcAft>
              <a:buNone/>
              <a:defRPr>
                <a:solidFill>
                  <a:srgbClr val="113C6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5" name="Content Placeholder 3"/>
          <p:cNvSpPr>
            <a:spLocks noGrp="1"/>
          </p:cNvSpPr>
          <p:nvPr>
            <p:ph sz="half" idx="15"/>
          </p:nvPr>
        </p:nvSpPr>
        <p:spPr>
          <a:xfrm>
            <a:off x="4414718" y="2960913"/>
            <a:ext cx="3362563" cy="3216050"/>
          </a:xfrm>
        </p:spPr>
        <p:txBody>
          <a:bodyPr/>
          <a:lstStyle>
            <a:lvl1pPr algn="ctr">
              <a:spcBef>
                <a:spcPts val="600"/>
              </a:spcBef>
              <a:spcAft>
                <a:spcPts val="600"/>
              </a:spcAft>
              <a:defRPr>
                <a:solidFill>
                  <a:srgbClr val="113C62"/>
                </a:solidFill>
              </a:defRPr>
            </a:lvl1pPr>
          </a:lstStyle>
          <a:p>
            <a:pPr lvl="0"/>
            <a:r>
              <a:rPr lang="en-US"/>
              <a:t>Click to edit Master text styles</a:t>
            </a:r>
          </a:p>
        </p:txBody>
      </p:sp>
      <p:sp>
        <p:nvSpPr>
          <p:cNvPr id="26" name="Content Placeholder 2"/>
          <p:cNvSpPr>
            <a:spLocks noGrp="1"/>
          </p:cNvSpPr>
          <p:nvPr>
            <p:ph sz="half" idx="16"/>
          </p:nvPr>
        </p:nvSpPr>
        <p:spPr>
          <a:xfrm>
            <a:off x="7991237" y="2960913"/>
            <a:ext cx="3362563" cy="3216050"/>
          </a:xfrm>
        </p:spPr>
        <p:txBody>
          <a:bodyPr/>
          <a:lstStyle>
            <a:lvl1pPr algn="ctr">
              <a:spcBef>
                <a:spcPts val="600"/>
              </a:spcBef>
              <a:spcAft>
                <a:spcPts val="600"/>
              </a:spcAft>
              <a:defRPr>
                <a:solidFill>
                  <a:srgbClr val="113C62"/>
                </a:solidFill>
              </a:defRPr>
            </a:lvl1pPr>
          </a:lstStyle>
          <a:p>
            <a:pPr lvl="0"/>
            <a:r>
              <a:rPr lang="en-US"/>
              <a:t>Click to edit Master text styles</a:t>
            </a:r>
          </a:p>
        </p:txBody>
      </p:sp>
    </p:spTree>
    <p:extLst>
      <p:ext uri="{BB962C8B-B14F-4D97-AF65-F5344CB8AC3E}">
        <p14:creationId xmlns:p14="http://schemas.microsoft.com/office/powerpoint/2010/main" val="10421681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4 Col">
    <p:bg>
      <p:bgPr>
        <a:solidFill>
          <a:srgbClr val="2DA7DF"/>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58250" y="152400"/>
            <a:ext cx="1575000" cy="1586250"/>
          </a:xfrm>
          <a:prstGeom prst="rect">
            <a:avLst/>
          </a:prstGeom>
        </p:spPr>
      </p:pic>
      <p:sp>
        <p:nvSpPr>
          <p:cNvPr id="8" name="Footer Placeholder 7"/>
          <p:cNvSpPr>
            <a:spLocks noGrp="1"/>
          </p:cNvSpPr>
          <p:nvPr>
            <p:ph type="ftr" sz="quarter" idx="11"/>
          </p:nvPr>
        </p:nvSpPr>
        <p:spPr/>
        <p:txBody>
          <a:bodyPr/>
          <a:lstStyle>
            <a:lvl1pPr>
              <a:defRPr>
                <a:solidFill>
                  <a:srgbClr val="007AC2"/>
                </a:solidFill>
              </a:defRPr>
            </a:lvl1pPr>
          </a:lstStyle>
          <a:p>
            <a:r>
              <a:rPr lang="en-AU"/>
              <a:t>© Planit Software Testing</a:t>
            </a:r>
            <a:endParaRPr lang="en-AU" dirty="0"/>
          </a:p>
        </p:txBody>
      </p:sp>
      <p:sp>
        <p:nvSpPr>
          <p:cNvPr id="9" name="Slide Number Placeholder 8"/>
          <p:cNvSpPr>
            <a:spLocks noGrp="1"/>
          </p:cNvSpPr>
          <p:nvPr>
            <p:ph type="sldNum" sz="quarter" idx="12"/>
          </p:nvPr>
        </p:nvSpPr>
        <p:spPr/>
        <p:txBody>
          <a:bodyPr/>
          <a:lstStyle>
            <a:lvl1pPr>
              <a:defRPr>
                <a:solidFill>
                  <a:srgbClr val="007AC2"/>
                </a:solidFill>
              </a:defRPr>
            </a:lvl1pPr>
          </a:lstStyle>
          <a:p>
            <a:fld id="{B343C9CB-C555-4E9B-92D9-067BF6B13A25}" type="slidenum">
              <a:rPr lang="en-AU" smtClean="0"/>
              <a:pPr/>
              <a:t>‹#›</a:t>
            </a:fld>
            <a:endParaRPr lang="en-AU"/>
          </a:p>
        </p:txBody>
      </p:sp>
      <p:sp>
        <p:nvSpPr>
          <p:cNvPr id="12" name="Title 1"/>
          <p:cNvSpPr>
            <a:spLocks noGrp="1"/>
          </p:cNvSpPr>
          <p:nvPr>
            <p:ph type="title"/>
          </p:nvPr>
        </p:nvSpPr>
        <p:spPr>
          <a:xfrm>
            <a:off x="838201" y="838982"/>
            <a:ext cx="8607812" cy="1763413"/>
          </a:xfrm>
        </p:spPr>
        <p:txBody>
          <a:bodyPr anchor="b">
            <a:noAutofit/>
          </a:bodyPr>
          <a:lstStyle>
            <a:lvl1pPr>
              <a:defRPr sz="6000">
                <a:solidFill>
                  <a:srgbClr val="FDFDFD"/>
                </a:solidFill>
              </a:defRPr>
            </a:lvl1pPr>
          </a:lstStyle>
          <a:p>
            <a:r>
              <a:rPr lang="en-US"/>
              <a:t>Click to edit Master title style</a:t>
            </a:r>
            <a:endParaRPr lang="en-AU" dirty="0"/>
          </a:p>
        </p:txBody>
      </p:sp>
      <p:sp>
        <p:nvSpPr>
          <p:cNvPr id="14" name="TextBox 13"/>
          <p:cNvSpPr txBox="1"/>
          <p:nvPr userDrawn="1"/>
        </p:nvSpPr>
        <p:spPr>
          <a:xfrm>
            <a:off x="205093" y="6356350"/>
            <a:ext cx="5733826" cy="338554"/>
          </a:xfrm>
          <a:prstGeom prst="rect">
            <a:avLst/>
          </a:prstGeom>
          <a:noFill/>
        </p:spPr>
        <p:txBody>
          <a:bodyPr wrap="square" rtlCol="0">
            <a:spAutoFit/>
          </a:bodyPr>
          <a:lstStyle/>
          <a:p>
            <a:r>
              <a:rPr lang="en-AU" sz="1600" b="1" dirty="0">
                <a:solidFill>
                  <a:srgbClr val="007AC2"/>
                </a:solidFill>
                <a:latin typeface="Arial" panose="020B0604020202020204" pitchFamily="34" charset="0"/>
                <a:cs typeface="Arial" panose="020B0604020202020204" pitchFamily="34" charset="0"/>
              </a:rPr>
              <a:t>www.planittesting.com</a:t>
            </a:r>
          </a:p>
        </p:txBody>
      </p:sp>
      <p:sp>
        <p:nvSpPr>
          <p:cNvPr id="13" name="Content Placeholder 2"/>
          <p:cNvSpPr>
            <a:spLocks noGrp="1"/>
          </p:cNvSpPr>
          <p:nvPr>
            <p:ph sz="half" idx="1"/>
          </p:nvPr>
        </p:nvSpPr>
        <p:spPr>
          <a:xfrm>
            <a:off x="838200" y="2975429"/>
            <a:ext cx="2465208" cy="3201534"/>
          </a:xfrm>
        </p:spPr>
        <p:txBody>
          <a:bodyPr/>
          <a:lstStyle>
            <a:lvl1pPr marL="0" indent="0" algn="ctr">
              <a:spcBef>
                <a:spcPts val="600"/>
              </a:spcBef>
              <a:spcAft>
                <a:spcPts val="600"/>
              </a:spcAft>
              <a:buNone/>
              <a:defRPr>
                <a:solidFill>
                  <a:srgbClr val="113C6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5" name="Content Placeholder 3"/>
          <p:cNvSpPr>
            <a:spLocks noGrp="1"/>
          </p:cNvSpPr>
          <p:nvPr>
            <p:ph sz="half" idx="2"/>
          </p:nvPr>
        </p:nvSpPr>
        <p:spPr>
          <a:xfrm>
            <a:off x="3521664" y="2975429"/>
            <a:ext cx="2465208" cy="3201534"/>
          </a:xfrm>
        </p:spPr>
        <p:txBody>
          <a:bodyPr/>
          <a:lstStyle>
            <a:lvl1pPr algn="ctr">
              <a:spcBef>
                <a:spcPts val="600"/>
              </a:spcBef>
              <a:spcAft>
                <a:spcPts val="600"/>
              </a:spcAft>
              <a:defRPr>
                <a:solidFill>
                  <a:srgbClr val="113C62"/>
                </a:solidFill>
              </a:defRPr>
            </a:lvl1pPr>
          </a:lstStyle>
          <a:p>
            <a:pPr lvl="0"/>
            <a:r>
              <a:rPr lang="en-US"/>
              <a:t>Click to edit Master text styles</a:t>
            </a:r>
          </a:p>
        </p:txBody>
      </p:sp>
      <p:sp>
        <p:nvSpPr>
          <p:cNvPr id="16" name="Content Placeholder 2"/>
          <p:cNvSpPr>
            <a:spLocks noGrp="1"/>
          </p:cNvSpPr>
          <p:nvPr>
            <p:ph sz="half" idx="13"/>
          </p:nvPr>
        </p:nvSpPr>
        <p:spPr>
          <a:xfrm>
            <a:off x="6205128" y="2975429"/>
            <a:ext cx="2465208" cy="3201534"/>
          </a:xfrm>
        </p:spPr>
        <p:txBody>
          <a:bodyPr/>
          <a:lstStyle>
            <a:lvl1pPr algn="ctr">
              <a:spcBef>
                <a:spcPts val="600"/>
              </a:spcBef>
              <a:spcAft>
                <a:spcPts val="600"/>
              </a:spcAft>
              <a:defRPr>
                <a:solidFill>
                  <a:srgbClr val="113C62"/>
                </a:solidFill>
              </a:defRPr>
            </a:lvl1pPr>
          </a:lstStyle>
          <a:p>
            <a:pPr lvl="0"/>
            <a:r>
              <a:rPr lang="en-US"/>
              <a:t>Click to edit Master text styles</a:t>
            </a:r>
          </a:p>
        </p:txBody>
      </p:sp>
      <p:sp>
        <p:nvSpPr>
          <p:cNvPr id="17" name="Content Placeholder 3"/>
          <p:cNvSpPr>
            <a:spLocks noGrp="1"/>
          </p:cNvSpPr>
          <p:nvPr>
            <p:ph sz="half" idx="14"/>
          </p:nvPr>
        </p:nvSpPr>
        <p:spPr>
          <a:xfrm>
            <a:off x="8888592" y="2975429"/>
            <a:ext cx="2465208" cy="3201534"/>
          </a:xfrm>
        </p:spPr>
        <p:txBody>
          <a:bodyPr/>
          <a:lstStyle>
            <a:lvl1pPr algn="ctr">
              <a:spcBef>
                <a:spcPts val="600"/>
              </a:spcBef>
              <a:spcAft>
                <a:spcPts val="600"/>
              </a:spcAft>
              <a:defRPr>
                <a:solidFill>
                  <a:srgbClr val="113C62"/>
                </a:solidFill>
              </a:defRPr>
            </a:lvl1pPr>
          </a:lstStyle>
          <a:p>
            <a:pPr lvl="0"/>
            <a:r>
              <a:rPr lang="en-US"/>
              <a:t>Click to edit Master text styles</a:t>
            </a:r>
          </a:p>
        </p:txBody>
      </p:sp>
    </p:spTree>
    <p:extLst>
      <p:ext uri="{BB962C8B-B14F-4D97-AF65-F5344CB8AC3E}">
        <p14:creationId xmlns:p14="http://schemas.microsoft.com/office/powerpoint/2010/main" val="15481580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5 Col">
    <p:bg>
      <p:bgPr>
        <a:solidFill>
          <a:srgbClr val="2DA7DF"/>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58250" y="152400"/>
            <a:ext cx="1575000" cy="1586250"/>
          </a:xfrm>
          <a:prstGeom prst="rect">
            <a:avLst/>
          </a:prstGeom>
        </p:spPr>
      </p:pic>
      <p:sp>
        <p:nvSpPr>
          <p:cNvPr id="8" name="Footer Placeholder 7"/>
          <p:cNvSpPr>
            <a:spLocks noGrp="1"/>
          </p:cNvSpPr>
          <p:nvPr>
            <p:ph type="ftr" sz="quarter" idx="11"/>
          </p:nvPr>
        </p:nvSpPr>
        <p:spPr/>
        <p:txBody>
          <a:bodyPr/>
          <a:lstStyle>
            <a:lvl1pPr>
              <a:defRPr>
                <a:solidFill>
                  <a:srgbClr val="007AC2"/>
                </a:solidFill>
              </a:defRPr>
            </a:lvl1pPr>
          </a:lstStyle>
          <a:p>
            <a:r>
              <a:rPr lang="en-AU"/>
              <a:t>© Planit Software Testing</a:t>
            </a:r>
            <a:endParaRPr lang="en-AU" dirty="0"/>
          </a:p>
        </p:txBody>
      </p:sp>
      <p:sp>
        <p:nvSpPr>
          <p:cNvPr id="9" name="Slide Number Placeholder 8"/>
          <p:cNvSpPr>
            <a:spLocks noGrp="1"/>
          </p:cNvSpPr>
          <p:nvPr>
            <p:ph type="sldNum" sz="quarter" idx="12"/>
          </p:nvPr>
        </p:nvSpPr>
        <p:spPr/>
        <p:txBody>
          <a:bodyPr/>
          <a:lstStyle>
            <a:lvl1pPr>
              <a:defRPr>
                <a:solidFill>
                  <a:srgbClr val="007AC2"/>
                </a:solidFill>
              </a:defRPr>
            </a:lvl1pPr>
          </a:lstStyle>
          <a:p>
            <a:fld id="{B343C9CB-C555-4E9B-92D9-067BF6B13A25}" type="slidenum">
              <a:rPr lang="en-AU" smtClean="0"/>
              <a:pPr/>
              <a:t>‹#›</a:t>
            </a:fld>
            <a:endParaRPr lang="en-AU"/>
          </a:p>
        </p:txBody>
      </p:sp>
      <p:sp>
        <p:nvSpPr>
          <p:cNvPr id="12" name="Title 1"/>
          <p:cNvSpPr>
            <a:spLocks noGrp="1"/>
          </p:cNvSpPr>
          <p:nvPr>
            <p:ph type="title"/>
          </p:nvPr>
        </p:nvSpPr>
        <p:spPr>
          <a:xfrm>
            <a:off x="838201" y="838982"/>
            <a:ext cx="8607812" cy="1763413"/>
          </a:xfrm>
        </p:spPr>
        <p:txBody>
          <a:bodyPr anchor="b">
            <a:noAutofit/>
          </a:bodyPr>
          <a:lstStyle>
            <a:lvl1pPr>
              <a:defRPr sz="6000">
                <a:solidFill>
                  <a:srgbClr val="FDFDFD"/>
                </a:solidFill>
              </a:defRPr>
            </a:lvl1pPr>
          </a:lstStyle>
          <a:p>
            <a:r>
              <a:rPr lang="en-US"/>
              <a:t>Click to edit Master title style</a:t>
            </a:r>
            <a:endParaRPr lang="en-AU" dirty="0"/>
          </a:p>
        </p:txBody>
      </p:sp>
      <p:sp>
        <p:nvSpPr>
          <p:cNvPr id="14" name="TextBox 13"/>
          <p:cNvSpPr txBox="1"/>
          <p:nvPr userDrawn="1"/>
        </p:nvSpPr>
        <p:spPr>
          <a:xfrm>
            <a:off x="205093" y="6356350"/>
            <a:ext cx="5733826" cy="338554"/>
          </a:xfrm>
          <a:prstGeom prst="rect">
            <a:avLst/>
          </a:prstGeom>
          <a:noFill/>
        </p:spPr>
        <p:txBody>
          <a:bodyPr wrap="square" rtlCol="0">
            <a:spAutoFit/>
          </a:bodyPr>
          <a:lstStyle/>
          <a:p>
            <a:r>
              <a:rPr lang="en-AU" sz="1600" b="1" dirty="0">
                <a:solidFill>
                  <a:srgbClr val="007AC2"/>
                </a:solidFill>
                <a:latin typeface="Arial" panose="020B0604020202020204" pitchFamily="34" charset="0"/>
                <a:cs typeface="Arial" panose="020B0604020202020204" pitchFamily="34" charset="0"/>
              </a:rPr>
              <a:t>www.planittesting.com</a:t>
            </a:r>
          </a:p>
        </p:txBody>
      </p:sp>
      <p:sp>
        <p:nvSpPr>
          <p:cNvPr id="18" name="Content Placeholder 2"/>
          <p:cNvSpPr>
            <a:spLocks noGrp="1"/>
          </p:cNvSpPr>
          <p:nvPr>
            <p:ph sz="half" idx="1"/>
          </p:nvPr>
        </p:nvSpPr>
        <p:spPr>
          <a:xfrm>
            <a:off x="819895" y="3004457"/>
            <a:ext cx="2037362" cy="3172506"/>
          </a:xfrm>
          <a:noFill/>
        </p:spPr>
        <p:txBody>
          <a:bodyPr/>
          <a:lstStyle>
            <a:lvl1pPr marL="0" indent="0" algn="ctr">
              <a:spcBef>
                <a:spcPts val="600"/>
              </a:spcBef>
              <a:spcAft>
                <a:spcPts val="600"/>
              </a:spcAft>
              <a:buNone/>
              <a:defRPr>
                <a:solidFill>
                  <a:srgbClr val="113C6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Content Placeholder 3"/>
          <p:cNvSpPr>
            <a:spLocks noGrp="1"/>
          </p:cNvSpPr>
          <p:nvPr>
            <p:ph sz="half" idx="2"/>
          </p:nvPr>
        </p:nvSpPr>
        <p:spPr>
          <a:xfrm>
            <a:off x="2948607" y="3004457"/>
            <a:ext cx="2037362" cy="3172506"/>
          </a:xfrm>
          <a:noFill/>
        </p:spPr>
        <p:txBody>
          <a:bodyPr/>
          <a:lstStyle>
            <a:lvl1pPr algn="ctr">
              <a:spcBef>
                <a:spcPts val="600"/>
              </a:spcBef>
              <a:spcAft>
                <a:spcPts val="600"/>
              </a:spcAft>
              <a:defRPr>
                <a:solidFill>
                  <a:srgbClr val="113C62"/>
                </a:solidFill>
              </a:defRPr>
            </a:lvl1pPr>
          </a:lstStyle>
          <a:p>
            <a:pPr lvl="0"/>
            <a:r>
              <a:rPr lang="en-US"/>
              <a:t>Click to edit Master text styles</a:t>
            </a:r>
          </a:p>
        </p:txBody>
      </p:sp>
      <p:sp>
        <p:nvSpPr>
          <p:cNvPr id="20" name="Content Placeholder 2"/>
          <p:cNvSpPr>
            <a:spLocks noGrp="1"/>
          </p:cNvSpPr>
          <p:nvPr>
            <p:ph sz="half" idx="13"/>
          </p:nvPr>
        </p:nvSpPr>
        <p:spPr>
          <a:xfrm>
            <a:off x="5077319" y="3004457"/>
            <a:ext cx="2037362" cy="3172506"/>
          </a:xfrm>
          <a:noFill/>
        </p:spPr>
        <p:txBody>
          <a:bodyPr/>
          <a:lstStyle>
            <a:lvl1pPr algn="ctr">
              <a:spcBef>
                <a:spcPts val="600"/>
              </a:spcBef>
              <a:spcAft>
                <a:spcPts val="600"/>
              </a:spcAft>
              <a:defRPr>
                <a:solidFill>
                  <a:srgbClr val="113C62"/>
                </a:solidFill>
              </a:defRPr>
            </a:lvl1pPr>
          </a:lstStyle>
          <a:p>
            <a:pPr lvl="0"/>
            <a:r>
              <a:rPr lang="en-US"/>
              <a:t>Click to edit Master text styles</a:t>
            </a:r>
          </a:p>
        </p:txBody>
      </p:sp>
      <p:sp>
        <p:nvSpPr>
          <p:cNvPr id="21" name="Content Placeholder 3"/>
          <p:cNvSpPr>
            <a:spLocks noGrp="1"/>
          </p:cNvSpPr>
          <p:nvPr>
            <p:ph sz="half" idx="14"/>
          </p:nvPr>
        </p:nvSpPr>
        <p:spPr>
          <a:xfrm>
            <a:off x="7196878" y="3004457"/>
            <a:ext cx="2037362" cy="3172506"/>
          </a:xfrm>
          <a:noFill/>
        </p:spPr>
        <p:txBody>
          <a:bodyPr/>
          <a:lstStyle>
            <a:lvl1pPr algn="ctr">
              <a:spcBef>
                <a:spcPts val="600"/>
              </a:spcBef>
              <a:spcAft>
                <a:spcPts val="600"/>
              </a:spcAft>
              <a:defRPr>
                <a:solidFill>
                  <a:srgbClr val="113C62"/>
                </a:solidFill>
              </a:defRPr>
            </a:lvl1pPr>
          </a:lstStyle>
          <a:p>
            <a:pPr lvl="0"/>
            <a:r>
              <a:rPr lang="en-US"/>
              <a:t>Click to edit Master text styles</a:t>
            </a:r>
          </a:p>
        </p:txBody>
      </p:sp>
      <p:sp>
        <p:nvSpPr>
          <p:cNvPr id="22" name="Content Placeholder 3"/>
          <p:cNvSpPr>
            <a:spLocks noGrp="1"/>
          </p:cNvSpPr>
          <p:nvPr>
            <p:ph sz="half" idx="15"/>
          </p:nvPr>
        </p:nvSpPr>
        <p:spPr>
          <a:xfrm>
            <a:off x="9316438" y="2987787"/>
            <a:ext cx="2037362" cy="3172506"/>
          </a:xfrm>
          <a:noFill/>
        </p:spPr>
        <p:txBody>
          <a:bodyPr/>
          <a:lstStyle>
            <a:lvl1pPr algn="ctr">
              <a:spcBef>
                <a:spcPts val="600"/>
              </a:spcBef>
              <a:spcAft>
                <a:spcPts val="600"/>
              </a:spcAft>
              <a:defRPr>
                <a:solidFill>
                  <a:srgbClr val="113C62"/>
                </a:solidFill>
              </a:defRPr>
            </a:lvl1pPr>
          </a:lstStyle>
          <a:p>
            <a:pPr lvl="0"/>
            <a:r>
              <a:rPr lang="en-US"/>
              <a:t>Click to edit Master text styles</a:t>
            </a:r>
          </a:p>
        </p:txBody>
      </p:sp>
    </p:spTree>
    <p:extLst>
      <p:ext uri="{BB962C8B-B14F-4D97-AF65-F5344CB8AC3E}">
        <p14:creationId xmlns:p14="http://schemas.microsoft.com/office/powerpoint/2010/main" val="20595237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reakout Content 1 Col">
    <p:bg>
      <p:bgPr>
        <a:solidFill>
          <a:srgbClr val="2DA7DF"/>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8" y="152400"/>
            <a:ext cx="939501" cy="946212"/>
          </a:xfrm>
          <a:prstGeom prst="rect">
            <a:avLst/>
          </a:prstGeom>
        </p:spPr>
      </p:pic>
      <p:sp>
        <p:nvSpPr>
          <p:cNvPr id="3" name="Content Placeholder 2"/>
          <p:cNvSpPr>
            <a:spLocks noGrp="1"/>
          </p:cNvSpPr>
          <p:nvPr>
            <p:ph sz="half" idx="1"/>
          </p:nvPr>
        </p:nvSpPr>
        <p:spPr>
          <a:xfrm>
            <a:off x="838200" y="1304627"/>
            <a:ext cx="10515600" cy="4872336"/>
          </a:xfrm>
        </p:spPr>
        <p:txBody>
          <a:bodyPr>
            <a:normAutofit/>
          </a:bodyPr>
          <a:lstStyle>
            <a:lvl1pPr marL="0" indent="0">
              <a:lnSpc>
                <a:spcPct val="100000"/>
              </a:lnSpc>
              <a:spcBef>
                <a:spcPts val="0"/>
              </a:spcBef>
              <a:buNone/>
              <a:defRPr sz="1800">
                <a:solidFill>
                  <a:schemeClr val="bg1"/>
                </a:solidFill>
              </a:defRPr>
            </a:lvl1pPr>
            <a:lvl2pPr>
              <a:lnSpc>
                <a:spcPct val="100000"/>
              </a:lnSpc>
              <a:spcBef>
                <a:spcPts val="0"/>
              </a:spcBef>
              <a:defRPr sz="1800">
                <a:solidFill>
                  <a:schemeClr val="bg1"/>
                </a:solidFill>
              </a:defRPr>
            </a:lvl2pPr>
            <a:lvl3pPr>
              <a:lnSpc>
                <a:spcPct val="100000"/>
              </a:lnSpc>
              <a:spcBef>
                <a:spcPts val="0"/>
              </a:spcBef>
              <a:defRPr sz="1400">
                <a:solidFill>
                  <a:schemeClr val="bg1"/>
                </a:solidFill>
              </a:defRPr>
            </a:lvl3pPr>
            <a:lvl4pPr>
              <a:lnSpc>
                <a:spcPct val="100000"/>
              </a:lnSpc>
              <a:spcBef>
                <a:spcPts val="0"/>
              </a:spcBef>
              <a:defRPr sz="1400">
                <a:solidFill>
                  <a:schemeClr val="bg1"/>
                </a:solidFill>
              </a:defRPr>
            </a:lvl4pPr>
            <a:lvl5pPr>
              <a:lnSpc>
                <a:spcPct val="100000"/>
              </a:lnSpc>
              <a:spcBef>
                <a:spcPts val="0"/>
              </a:spcBef>
              <a:defRPr sz="14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6" name="Footer Placeholder 5"/>
          <p:cNvSpPr>
            <a:spLocks noGrp="1"/>
          </p:cNvSpPr>
          <p:nvPr>
            <p:ph type="ftr" sz="quarter" idx="11"/>
          </p:nvPr>
        </p:nvSpPr>
        <p:spPr/>
        <p:txBody>
          <a:bodyPr/>
          <a:lstStyle>
            <a:lvl1pPr>
              <a:defRPr>
                <a:solidFill>
                  <a:srgbClr val="007AC2"/>
                </a:solidFill>
              </a:defRPr>
            </a:lvl1p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lvl1pPr>
              <a:defRPr>
                <a:solidFill>
                  <a:srgbClr val="007AC2"/>
                </a:solidFill>
              </a:defRPr>
            </a:lvl1pPr>
          </a:lstStyle>
          <a:p>
            <a:fld id="{B343C9CB-C555-4E9B-92D9-067BF6B13A25}" type="slidenum">
              <a:rPr lang="en-AU" smtClean="0"/>
              <a:pPr/>
              <a:t>‹#›</a:t>
            </a:fld>
            <a:endParaRPr lang="en-AU"/>
          </a:p>
        </p:txBody>
      </p:sp>
      <p:sp>
        <p:nvSpPr>
          <p:cNvPr id="10" name="Title 1"/>
          <p:cNvSpPr>
            <a:spLocks noGrp="1"/>
          </p:cNvSpPr>
          <p:nvPr>
            <p:ph type="title"/>
          </p:nvPr>
        </p:nvSpPr>
        <p:spPr>
          <a:xfrm>
            <a:off x="838200" y="365126"/>
            <a:ext cx="10515600" cy="726776"/>
          </a:xfrm>
        </p:spPr>
        <p:txBody>
          <a:bodyPr>
            <a:noAutofit/>
          </a:bodyPr>
          <a:lstStyle>
            <a:lvl1pPr>
              <a:defRPr sz="4000">
                <a:solidFill>
                  <a:schemeClr val="bg1"/>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rgbClr val="007AC2"/>
                </a:solidFill>
                <a:latin typeface="Arial" panose="020B0604020202020204" pitchFamily="34" charset="0"/>
                <a:cs typeface="Arial" panose="020B0604020202020204" pitchFamily="34" charset="0"/>
              </a:rPr>
              <a:t>www.planittesting.com</a:t>
            </a:r>
          </a:p>
        </p:txBody>
      </p:sp>
    </p:spTree>
    <p:extLst>
      <p:ext uri="{BB962C8B-B14F-4D97-AF65-F5344CB8AC3E}">
        <p14:creationId xmlns:p14="http://schemas.microsoft.com/office/powerpoint/2010/main" val="11980717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reakout Content 2 Col">
    <p:bg>
      <p:bgPr>
        <a:solidFill>
          <a:srgbClr val="2DA7DF"/>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8" y="152400"/>
            <a:ext cx="939501" cy="946212"/>
          </a:xfrm>
          <a:prstGeom prst="rect">
            <a:avLst/>
          </a:prstGeom>
        </p:spPr>
      </p:pic>
      <p:sp>
        <p:nvSpPr>
          <p:cNvPr id="3" name="Content Placeholder 2"/>
          <p:cNvSpPr>
            <a:spLocks noGrp="1"/>
          </p:cNvSpPr>
          <p:nvPr>
            <p:ph sz="half" idx="1"/>
          </p:nvPr>
        </p:nvSpPr>
        <p:spPr>
          <a:xfrm>
            <a:off x="838200" y="1304627"/>
            <a:ext cx="5181600" cy="4872336"/>
          </a:xfrm>
        </p:spPr>
        <p:txBody>
          <a:bodyPr>
            <a:normAutofit/>
          </a:bodyPr>
          <a:lstStyle>
            <a:lvl1pPr marL="0" indent="0">
              <a:lnSpc>
                <a:spcPct val="100000"/>
              </a:lnSpc>
              <a:spcBef>
                <a:spcPts val="0"/>
              </a:spcBef>
              <a:buNone/>
              <a:defRPr sz="1800">
                <a:solidFill>
                  <a:schemeClr val="bg1"/>
                </a:solidFill>
              </a:defRPr>
            </a:lvl1pPr>
            <a:lvl2pPr>
              <a:lnSpc>
                <a:spcPct val="100000"/>
              </a:lnSpc>
              <a:spcBef>
                <a:spcPts val="0"/>
              </a:spcBef>
              <a:defRPr sz="1800">
                <a:solidFill>
                  <a:schemeClr val="bg1"/>
                </a:solidFill>
              </a:defRPr>
            </a:lvl2pPr>
            <a:lvl3pPr>
              <a:lnSpc>
                <a:spcPct val="100000"/>
              </a:lnSpc>
              <a:spcBef>
                <a:spcPts val="0"/>
              </a:spcBef>
              <a:defRPr sz="1400">
                <a:solidFill>
                  <a:schemeClr val="bg1"/>
                </a:solidFill>
              </a:defRPr>
            </a:lvl3pPr>
            <a:lvl4pPr>
              <a:lnSpc>
                <a:spcPct val="100000"/>
              </a:lnSpc>
              <a:spcBef>
                <a:spcPts val="0"/>
              </a:spcBef>
              <a:defRPr sz="1400">
                <a:solidFill>
                  <a:schemeClr val="bg1"/>
                </a:solidFill>
              </a:defRPr>
            </a:lvl4pPr>
            <a:lvl5pPr>
              <a:lnSpc>
                <a:spcPct val="100000"/>
              </a:lnSpc>
              <a:spcBef>
                <a:spcPts val="0"/>
              </a:spcBef>
              <a:defRPr sz="14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304627"/>
            <a:ext cx="5181600" cy="4872336"/>
          </a:xfrm>
        </p:spPr>
        <p:txBody>
          <a:bodyPr>
            <a:normAutofit/>
          </a:bodyPr>
          <a:lstStyle>
            <a:lvl1pPr marL="0" indent="0">
              <a:lnSpc>
                <a:spcPct val="100000"/>
              </a:lnSpc>
              <a:spcBef>
                <a:spcPts val="0"/>
              </a:spcBef>
              <a:buNone/>
              <a:defRPr sz="1800">
                <a:solidFill>
                  <a:schemeClr val="bg1"/>
                </a:solidFill>
              </a:defRPr>
            </a:lvl1pPr>
            <a:lvl2pPr>
              <a:lnSpc>
                <a:spcPct val="100000"/>
              </a:lnSpc>
              <a:spcBef>
                <a:spcPts val="0"/>
              </a:spcBef>
              <a:defRPr sz="1800">
                <a:solidFill>
                  <a:schemeClr val="bg1"/>
                </a:solidFill>
              </a:defRPr>
            </a:lvl2pPr>
            <a:lvl3pPr>
              <a:lnSpc>
                <a:spcPct val="100000"/>
              </a:lnSpc>
              <a:spcBef>
                <a:spcPts val="0"/>
              </a:spcBef>
              <a:defRPr sz="1400">
                <a:solidFill>
                  <a:schemeClr val="bg1"/>
                </a:solidFill>
              </a:defRPr>
            </a:lvl3pPr>
            <a:lvl4pPr>
              <a:lnSpc>
                <a:spcPct val="100000"/>
              </a:lnSpc>
              <a:spcBef>
                <a:spcPts val="0"/>
              </a:spcBef>
              <a:defRPr sz="1400">
                <a:solidFill>
                  <a:schemeClr val="bg1"/>
                </a:solidFill>
              </a:defRPr>
            </a:lvl4pPr>
            <a:lvl5pPr>
              <a:lnSpc>
                <a:spcPct val="100000"/>
              </a:lnSpc>
              <a:spcBef>
                <a:spcPts val="0"/>
              </a:spcBef>
              <a:defRPr sz="14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6" name="Footer Placeholder 5"/>
          <p:cNvSpPr>
            <a:spLocks noGrp="1"/>
          </p:cNvSpPr>
          <p:nvPr>
            <p:ph type="ftr" sz="quarter" idx="11"/>
          </p:nvPr>
        </p:nvSpPr>
        <p:spPr/>
        <p:txBody>
          <a:bodyPr/>
          <a:lstStyle>
            <a:lvl1pPr>
              <a:defRPr>
                <a:solidFill>
                  <a:srgbClr val="007AC2"/>
                </a:solidFill>
              </a:defRPr>
            </a:lvl1p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lvl1pPr>
              <a:defRPr>
                <a:solidFill>
                  <a:srgbClr val="007AC2"/>
                </a:solidFill>
              </a:defRPr>
            </a:lvl1pPr>
          </a:lstStyle>
          <a:p>
            <a:fld id="{B343C9CB-C555-4E9B-92D9-067BF6B13A25}" type="slidenum">
              <a:rPr lang="en-AU" smtClean="0"/>
              <a:pPr/>
              <a:t>‹#›</a:t>
            </a:fld>
            <a:endParaRPr lang="en-AU"/>
          </a:p>
        </p:txBody>
      </p:sp>
      <p:sp>
        <p:nvSpPr>
          <p:cNvPr id="10" name="Title 1"/>
          <p:cNvSpPr>
            <a:spLocks noGrp="1"/>
          </p:cNvSpPr>
          <p:nvPr>
            <p:ph type="title"/>
          </p:nvPr>
        </p:nvSpPr>
        <p:spPr>
          <a:xfrm>
            <a:off x="838200" y="365126"/>
            <a:ext cx="10515600" cy="726776"/>
          </a:xfrm>
        </p:spPr>
        <p:txBody>
          <a:bodyPr>
            <a:noAutofit/>
          </a:bodyPr>
          <a:lstStyle>
            <a:lvl1pPr>
              <a:defRPr sz="4000">
                <a:solidFill>
                  <a:schemeClr val="bg1"/>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rgbClr val="007AC2"/>
                </a:solidFill>
                <a:latin typeface="Arial" panose="020B0604020202020204" pitchFamily="34" charset="0"/>
                <a:cs typeface="Arial" panose="020B0604020202020204" pitchFamily="34" charset="0"/>
              </a:rPr>
              <a:t>www.planittesting.com</a:t>
            </a:r>
          </a:p>
        </p:txBody>
      </p:sp>
    </p:spTree>
    <p:extLst>
      <p:ext uri="{BB962C8B-B14F-4D97-AF65-F5344CB8AC3E}">
        <p14:creationId xmlns:p14="http://schemas.microsoft.com/office/powerpoint/2010/main" val="1309564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reakout Content Dark Blue">
    <p:bg>
      <p:bgPr>
        <a:solidFill>
          <a:srgbClr val="113C6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6776"/>
          </a:xfrm>
        </p:spPr>
        <p:txBody>
          <a:bodyPr>
            <a:noAutofit/>
          </a:bodyPr>
          <a:lstStyle>
            <a:lvl1pPr>
              <a:defRPr sz="4000">
                <a:solidFill>
                  <a:srgbClr val="CBE9F9"/>
                </a:solidFill>
              </a:defRPr>
            </a:lvl1pPr>
          </a:lstStyle>
          <a:p>
            <a:r>
              <a:rPr lang="en-US"/>
              <a:t>Click to edit Master title style</a:t>
            </a:r>
            <a:endParaRPr lang="en-AU" dirty="0"/>
          </a:p>
        </p:txBody>
      </p:sp>
      <p:sp>
        <p:nvSpPr>
          <p:cNvPr id="3" name="Content Placeholder 2"/>
          <p:cNvSpPr>
            <a:spLocks noGrp="1"/>
          </p:cNvSpPr>
          <p:nvPr>
            <p:ph idx="1"/>
          </p:nvPr>
        </p:nvSpPr>
        <p:spPr>
          <a:xfrm>
            <a:off x="838200" y="1304627"/>
            <a:ext cx="10515600" cy="4872336"/>
          </a:xfrm>
        </p:spPr>
        <p:txBody>
          <a:bodyPr/>
          <a:lstStyle>
            <a:lvl1pPr>
              <a:defRPr>
                <a:solidFill>
                  <a:schemeClr val="bg1"/>
                </a:solidFill>
                <a:latin typeface="Arial" panose="020B0604020202020204" pitchFamily="34" charset="0"/>
                <a:cs typeface="Arial" panose="020B0604020202020204" pitchFamily="34" charset="0"/>
              </a:defRPr>
            </a:lvl1pPr>
            <a:lvl2pPr>
              <a:defRPr>
                <a:solidFill>
                  <a:schemeClr val="bg1"/>
                </a:solidFill>
                <a:latin typeface="Arial" panose="020B0604020202020204" pitchFamily="34" charset="0"/>
                <a:cs typeface="Arial" panose="020B0604020202020204" pitchFamily="34" charset="0"/>
              </a:defRPr>
            </a:lvl2pPr>
            <a:lvl3pPr>
              <a:defRPr>
                <a:solidFill>
                  <a:schemeClr val="bg1"/>
                </a:solidFill>
                <a:latin typeface="Arial" panose="020B0604020202020204" pitchFamily="34" charset="0"/>
                <a:cs typeface="Arial" panose="020B0604020202020204" pitchFamily="34" charset="0"/>
              </a:defRPr>
            </a:lvl3pPr>
            <a:lvl4pPr>
              <a:defRPr>
                <a:solidFill>
                  <a:schemeClr val="bg1"/>
                </a:solidFill>
                <a:latin typeface="Arial" panose="020B0604020202020204" pitchFamily="34" charset="0"/>
                <a:cs typeface="Arial" panose="020B0604020202020204" pitchFamily="34" charset="0"/>
              </a:defRPr>
            </a:lvl4pPr>
            <a:lvl5pPr>
              <a:defRPr>
                <a:solidFill>
                  <a:schemeClr val="bg1"/>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5" name="Footer Placeholder 4"/>
          <p:cNvSpPr>
            <a:spLocks noGrp="1"/>
          </p:cNvSpPr>
          <p:nvPr>
            <p:ph type="ftr" sz="quarter" idx="11"/>
          </p:nvPr>
        </p:nvSpPr>
        <p:spPr/>
        <p:txBody>
          <a:bodyPr/>
          <a:lstStyle>
            <a:lvl1pPr>
              <a:defRPr>
                <a:solidFill>
                  <a:srgbClr val="2B93D1"/>
                </a:solidFill>
              </a:defRPr>
            </a:lvl1pPr>
          </a:lstStyle>
          <a:p>
            <a:r>
              <a:rPr lang="en-AU"/>
              <a:t>© Planit Software Testing</a:t>
            </a:r>
            <a:endParaRPr lang="en-AU" dirty="0"/>
          </a:p>
        </p:txBody>
      </p:sp>
      <p:sp>
        <p:nvSpPr>
          <p:cNvPr id="6" name="Slide Number Placeholder 5"/>
          <p:cNvSpPr>
            <a:spLocks noGrp="1"/>
          </p:cNvSpPr>
          <p:nvPr>
            <p:ph type="sldNum" sz="quarter" idx="12"/>
          </p:nvPr>
        </p:nvSpPr>
        <p:spPr/>
        <p:txBody>
          <a:bodyPr/>
          <a:lstStyle>
            <a:lvl1pPr>
              <a:defRPr>
                <a:solidFill>
                  <a:srgbClr val="2B93D1"/>
                </a:solidFill>
              </a:defRPr>
            </a:lvl1pPr>
          </a:lstStyle>
          <a:p>
            <a:fld id="{B343C9CB-C555-4E9B-92D9-067BF6B13A25}" type="slidenum">
              <a:rPr lang="en-AU" smtClean="0"/>
              <a:pPr/>
              <a:t>‹#›</a:t>
            </a:fld>
            <a:endParaRPr lang="en-AU" dirty="0"/>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2" name="TextBox 11"/>
          <p:cNvSpPr txBox="1"/>
          <p:nvPr userDrawn="1"/>
        </p:nvSpPr>
        <p:spPr>
          <a:xfrm>
            <a:off x="205093" y="6356350"/>
            <a:ext cx="5733826" cy="338554"/>
          </a:xfrm>
          <a:prstGeom prst="rect">
            <a:avLst/>
          </a:prstGeom>
          <a:noFill/>
        </p:spPr>
        <p:txBody>
          <a:bodyPr wrap="square" rtlCol="0">
            <a:spAutoFit/>
          </a:bodyPr>
          <a:lstStyle/>
          <a:p>
            <a:r>
              <a:rPr lang="en-AU" sz="1600" b="1" dirty="0">
                <a:solidFill>
                  <a:srgbClr val="2B93D1"/>
                </a:solidFill>
                <a:latin typeface="Arial" panose="020B0604020202020204" pitchFamily="34" charset="0"/>
                <a:cs typeface="Arial" panose="020B0604020202020204" pitchFamily="34" charset="0"/>
              </a:rPr>
              <a:t>www.planittesting.com</a:t>
            </a:r>
          </a:p>
        </p:txBody>
      </p:sp>
    </p:spTree>
    <p:extLst>
      <p:ext uri="{BB962C8B-B14F-4D97-AF65-F5344CB8AC3E}">
        <p14:creationId xmlns:p14="http://schemas.microsoft.com/office/powerpoint/2010/main" val="17964943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Dark Blue 2 Col">
    <p:bg>
      <p:bgPr>
        <a:solidFill>
          <a:srgbClr val="113C6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6776"/>
          </a:xfrm>
        </p:spPr>
        <p:txBody>
          <a:bodyPr>
            <a:noAutofit/>
          </a:bodyPr>
          <a:lstStyle>
            <a:lvl1pPr>
              <a:defRPr sz="4000">
                <a:solidFill>
                  <a:srgbClr val="CBE9F9"/>
                </a:solidFill>
              </a:defRPr>
            </a:lvl1pPr>
          </a:lstStyle>
          <a:p>
            <a:r>
              <a:rPr lang="en-US"/>
              <a:t>Click to edit Master title style</a:t>
            </a:r>
            <a:endParaRPr lang="en-AU" dirty="0"/>
          </a:p>
        </p:txBody>
      </p:sp>
      <p:sp>
        <p:nvSpPr>
          <p:cNvPr id="5" name="Footer Placeholder 4"/>
          <p:cNvSpPr>
            <a:spLocks noGrp="1"/>
          </p:cNvSpPr>
          <p:nvPr>
            <p:ph type="ftr" sz="quarter" idx="11"/>
          </p:nvPr>
        </p:nvSpPr>
        <p:spPr/>
        <p:txBody>
          <a:bodyPr/>
          <a:lstStyle>
            <a:lvl1pPr>
              <a:defRPr>
                <a:solidFill>
                  <a:srgbClr val="2B93D1"/>
                </a:solidFill>
              </a:defRPr>
            </a:lvl1pPr>
          </a:lstStyle>
          <a:p>
            <a:r>
              <a:rPr lang="en-AU"/>
              <a:t>© Planit Software Testing</a:t>
            </a:r>
            <a:endParaRPr lang="en-AU" dirty="0"/>
          </a:p>
        </p:txBody>
      </p:sp>
      <p:sp>
        <p:nvSpPr>
          <p:cNvPr id="6" name="Slide Number Placeholder 5"/>
          <p:cNvSpPr>
            <a:spLocks noGrp="1"/>
          </p:cNvSpPr>
          <p:nvPr>
            <p:ph type="sldNum" sz="quarter" idx="12"/>
          </p:nvPr>
        </p:nvSpPr>
        <p:spPr/>
        <p:txBody>
          <a:bodyPr/>
          <a:lstStyle>
            <a:lvl1pPr>
              <a:defRPr>
                <a:solidFill>
                  <a:srgbClr val="2B93D1"/>
                </a:solidFill>
              </a:defRPr>
            </a:lvl1pPr>
          </a:lstStyle>
          <a:p>
            <a:fld id="{B343C9CB-C555-4E9B-92D9-067BF6B13A25}" type="slidenum">
              <a:rPr lang="en-AU" smtClean="0"/>
              <a:pPr/>
              <a:t>‹#›</a:t>
            </a:fld>
            <a:endParaRPr lang="en-AU" dirty="0"/>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2" name="TextBox 11"/>
          <p:cNvSpPr txBox="1"/>
          <p:nvPr userDrawn="1"/>
        </p:nvSpPr>
        <p:spPr>
          <a:xfrm>
            <a:off x="205093" y="6356350"/>
            <a:ext cx="5733826" cy="338554"/>
          </a:xfrm>
          <a:prstGeom prst="rect">
            <a:avLst/>
          </a:prstGeom>
          <a:noFill/>
        </p:spPr>
        <p:txBody>
          <a:bodyPr wrap="square" rtlCol="0">
            <a:spAutoFit/>
          </a:bodyPr>
          <a:lstStyle/>
          <a:p>
            <a:r>
              <a:rPr lang="en-AU" sz="1600" b="1" dirty="0">
                <a:solidFill>
                  <a:srgbClr val="2B93D1"/>
                </a:solidFill>
                <a:latin typeface="Arial" panose="020B0604020202020204" pitchFamily="34" charset="0"/>
                <a:cs typeface="Arial" panose="020B0604020202020204" pitchFamily="34" charset="0"/>
              </a:rPr>
              <a:t>www.planittesting.com</a:t>
            </a:r>
          </a:p>
        </p:txBody>
      </p:sp>
      <p:sp>
        <p:nvSpPr>
          <p:cNvPr id="9" name="Content Placeholder 2"/>
          <p:cNvSpPr>
            <a:spLocks noGrp="1"/>
          </p:cNvSpPr>
          <p:nvPr>
            <p:ph sz="half" idx="13"/>
          </p:nvPr>
        </p:nvSpPr>
        <p:spPr>
          <a:xfrm>
            <a:off x="838200" y="1304627"/>
            <a:ext cx="5181600" cy="4872336"/>
          </a:xfrm>
        </p:spPr>
        <p:txBody>
          <a:bodyPr>
            <a:normAutofit/>
          </a:bodyPr>
          <a:lstStyle>
            <a:lvl1pPr marL="0" indent="0">
              <a:lnSpc>
                <a:spcPct val="100000"/>
              </a:lnSpc>
              <a:spcBef>
                <a:spcPts val="0"/>
              </a:spcBef>
              <a:buNone/>
              <a:defRPr sz="1800">
                <a:solidFill>
                  <a:schemeClr val="bg1"/>
                </a:solidFill>
              </a:defRPr>
            </a:lvl1pPr>
            <a:lvl2pPr>
              <a:lnSpc>
                <a:spcPct val="100000"/>
              </a:lnSpc>
              <a:spcBef>
                <a:spcPts val="0"/>
              </a:spcBef>
              <a:defRPr sz="1800">
                <a:solidFill>
                  <a:schemeClr val="bg1"/>
                </a:solidFill>
              </a:defRPr>
            </a:lvl2pPr>
            <a:lvl3pPr>
              <a:lnSpc>
                <a:spcPct val="100000"/>
              </a:lnSpc>
              <a:spcBef>
                <a:spcPts val="0"/>
              </a:spcBef>
              <a:defRPr sz="1400">
                <a:solidFill>
                  <a:schemeClr val="bg1"/>
                </a:solidFill>
              </a:defRPr>
            </a:lvl3pPr>
            <a:lvl4pPr>
              <a:lnSpc>
                <a:spcPct val="100000"/>
              </a:lnSpc>
              <a:spcBef>
                <a:spcPts val="0"/>
              </a:spcBef>
              <a:defRPr sz="1400">
                <a:solidFill>
                  <a:schemeClr val="bg1"/>
                </a:solidFill>
              </a:defRPr>
            </a:lvl4pPr>
            <a:lvl5pPr>
              <a:lnSpc>
                <a:spcPct val="100000"/>
              </a:lnSpc>
              <a:spcBef>
                <a:spcPts val="0"/>
              </a:spcBef>
              <a:defRPr sz="1400">
                <a:solidFill>
                  <a:schemeClr val="bg1"/>
                </a:solidFill>
              </a:defRPr>
            </a:lvl5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2"/>
          </p:nvPr>
        </p:nvSpPr>
        <p:spPr>
          <a:xfrm>
            <a:off x="6172200" y="1304627"/>
            <a:ext cx="5181600" cy="4872336"/>
          </a:xfrm>
        </p:spPr>
        <p:txBody>
          <a:bodyPr>
            <a:normAutofit/>
          </a:bodyPr>
          <a:lstStyle>
            <a:lvl1pPr marL="0" indent="0">
              <a:lnSpc>
                <a:spcPct val="100000"/>
              </a:lnSpc>
              <a:spcBef>
                <a:spcPts val="0"/>
              </a:spcBef>
              <a:buNone/>
              <a:defRPr sz="1800">
                <a:solidFill>
                  <a:schemeClr val="bg1"/>
                </a:solidFill>
              </a:defRPr>
            </a:lvl1pPr>
            <a:lvl2pPr>
              <a:lnSpc>
                <a:spcPct val="100000"/>
              </a:lnSpc>
              <a:spcBef>
                <a:spcPts val="0"/>
              </a:spcBef>
              <a:defRPr sz="1800">
                <a:solidFill>
                  <a:schemeClr val="bg1"/>
                </a:solidFill>
              </a:defRPr>
            </a:lvl2pPr>
            <a:lvl3pPr>
              <a:lnSpc>
                <a:spcPct val="100000"/>
              </a:lnSpc>
              <a:spcBef>
                <a:spcPts val="0"/>
              </a:spcBef>
              <a:defRPr sz="1400">
                <a:solidFill>
                  <a:schemeClr val="bg1"/>
                </a:solidFill>
              </a:defRPr>
            </a:lvl3pPr>
            <a:lvl4pPr>
              <a:lnSpc>
                <a:spcPct val="100000"/>
              </a:lnSpc>
              <a:spcBef>
                <a:spcPts val="0"/>
              </a:spcBef>
              <a:defRPr sz="1400">
                <a:solidFill>
                  <a:schemeClr val="bg1"/>
                </a:solidFill>
              </a:defRPr>
            </a:lvl4pPr>
            <a:lvl5pPr>
              <a:lnSpc>
                <a:spcPct val="100000"/>
              </a:lnSpc>
              <a:spcBef>
                <a:spcPts val="0"/>
              </a:spcBef>
              <a:defRPr sz="1400">
                <a:solidFill>
                  <a:schemeClr val="bg1"/>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98086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CaseStudy Δimg&gt;View&gt;SlideMaster">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3449638"/>
            <a:ext cx="10515600" cy="1006475"/>
          </a:xfrm>
          <a:solidFill>
            <a:schemeClr val="bg1">
              <a:alpha val="70000"/>
            </a:schemeClr>
          </a:solidFill>
        </p:spPr>
        <p:txBody>
          <a:bodyPr anchor="b"/>
          <a:lstStyle>
            <a:lvl1pPr>
              <a:defRPr sz="6000">
                <a:solidFill>
                  <a:srgbClr val="004F85"/>
                </a:solidFill>
              </a:defRPr>
            </a:lvl1pPr>
          </a:lstStyle>
          <a:p>
            <a:r>
              <a:rPr lang="en-US"/>
              <a:t>Click to edit Master title style</a:t>
            </a:r>
            <a:endParaRPr lang="en-AU" dirty="0"/>
          </a:p>
        </p:txBody>
      </p:sp>
      <p:sp>
        <p:nvSpPr>
          <p:cNvPr id="3" name="Text Placeholder 2"/>
          <p:cNvSpPr>
            <a:spLocks noGrp="1"/>
          </p:cNvSpPr>
          <p:nvPr>
            <p:ph type="body" idx="1"/>
          </p:nvPr>
        </p:nvSpPr>
        <p:spPr>
          <a:xfrm>
            <a:off x="831850" y="4589463"/>
            <a:ext cx="10515600" cy="1500187"/>
          </a:xfrm>
          <a:solidFill>
            <a:schemeClr val="bg1">
              <a:alpha val="70000"/>
            </a:schemeClr>
          </a:solidFill>
        </p:spPr>
        <p:txBody>
          <a:bodyPr>
            <a:normAutofit/>
          </a:bodyPr>
          <a:lstStyle>
            <a:lvl1pPr marL="0" indent="0" algn="jus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a:effectLst>
            <a:outerShdw blurRad="63500" dist="12700" dir="2700000" algn="tl" rotWithShape="0">
              <a:prstClr val="black">
                <a:alpha val="71000"/>
              </a:prstClr>
            </a:outerShdw>
          </a:effectLst>
        </p:spPr>
        <p:txBody>
          <a:bodyPr/>
          <a:lstStyle>
            <a:lvl1pPr>
              <a:defRPr>
                <a:solidFill>
                  <a:schemeClr val="bg1"/>
                </a:solidFill>
              </a:defRPr>
            </a:lvl1pPr>
          </a:lstStyle>
          <a:p>
            <a:r>
              <a:rPr lang="en-AU"/>
              <a:t>© Planit Software Testing</a:t>
            </a:r>
            <a:endParaRPr lang="en-AU" dirty="0"/>
          </a:p>
        </p:txBody>
      </p:sp>
      <p:sp>
        <p:nvSpPr>
          <p:cNvPr id="6" name="Slide Number Placeholder 5"/>
          <p:cNvSpPr>
            <a:spLocks noGrp="1"/>
          </p:cNvSpPr>
          <p:nvPr>
            <p:ph type="sldNum" sz="quarter" idx="12"/>
          </p:nvPr>
        </p:nvSpPr>
        <p:spPr>
          <a:effectLst>
            <a:outerShdw blurRad="63500" dist="12700" dir="2700000" algn="tl" rotWithShape="0">
              <a:prstClr val="black">
                <a:alpha val="71000"/>
              </a:prstClr>
            </a:outerShdw>
          </a:effectLst>
        </p:spPr>
        <p:txBody>
          <a:bodyPr/>
          <a:lstStyle>
            <a:lvl1pPr>
              <a:defRPr>
                <a:solidFill>
                  <a:schemeClr val="bg1"/>
                </a:solidFill>
              </a:defRPr>
            </a:lvl1pPr>
          </a:lstStyle>
          <a:p>
            <a:fld id="{B343C9CB-C555-4E9B-92D9-067BF6B13A25}" type="slidenum">
              <a:rPr lang="en-AU" smtClean="0"/>
              <a:pPr/>
              <a:t>‹#›</a:t>
            </a:fld>
            <a:endParaRPr lang="en-AU" dirty="0"/>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458250" y="152400"/>
            <a:ext cx="1575000" cy="1586250"/>
          </a:xfrm>
          <a:prstGeom prst="rect">
            <a:avLst/>
          </a:prstGeom>
        </p:spPr>
      </p:pic>
      <p:sp>
        <p:nvSpPr>
          <p:cNvPr id="11" name="TextBox 10"/>
          <p:cNvSpPr txBox="1"/>
          <p:nvPr userDrawn="1"/>
        </p:nvSpPr>
        <p:spPr>
          <a:xfrm>
            <a:off x="205093" y="6356350"/>
            <a:ext cx="5733826" cy="338554"/>
          </a:xfrm>
          <a:prstGeom prst="rect">
            <a:avLst/>
          </a:prstGeom>
          <a:noFill/>
          <a:effectLst>
            <a:outerShdw blurRad="63500" dist="12700" dir="2700000" algn="tl" rotWithShape="0">
              <a:prstClr val="black"/>
            </a:outerShdw>
          </a:effectLst>
        </p:spPr>
        <p:txBody>
          <a:bodyPr wrap="square" rtlCol="0">
            <a:spAutoFit/>
          </a:bodyPr>
          <a:lstStyle/>
          <a:p>
            <a:r>
              <a:rPr lang="en-AU" sz="1600" b="1" dirty="0">
                <a:solidFill>
                  <a:schemeClr val="bg1"/>
                </a:solidFill>
                <a:latin typeface="Arial" panose="020B0604020202020204" pitchFamily="34" charset="0"/>
                <a:cs typeface="Arial" panose="020B0604020202020204" pitchFamily="34" charset="0"/>
              </a:rPr>
              <a:t>www.planittesting.com</a:t>
            </a:r>
          </a:p>
        </p:txBody>
      </p:sp>
    </p:spTree>
    <p:extLst>
      <p:ext uri="{BB962C8B-B14F-4D97-AF65-F5344CB8AC3E}">
        <p14:creationId xmlns:p14="http://schemas.microsoft.com/office/powerpoint/2010/main" val="7234912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2 Col">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304627"/>
            <a:ext cx="5181600" cy="4872336"/>
          </a:xfrm>
        </p:spPr>
        <p:txBody>
          <a:bodyPr>
            <a:normAutofit/>
          </a:bodyPr>
          <a:lstStyle>
            <a:lvl1pPr marL="0" indent="0">
              <a:lnSpc>
                <a:spcPct val="100000"/>
              </a:lnSpc>
              <a:spcBef>
                <a:spcPts val="0"/>
              </a:spcBef>
              <a:buNone/>
              <a:defRPr sz="1800"/>
            </a:lvl1pPr>
            <a:lvl2pPr>
              <a:lnSpc>
                <a:spcPct val="100000"/>
              </a:lnSpc>
              <a:spcBef>
                <a:spcPts val="0"/>
              </a:spcBef>
              <a:defRPr sz="18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304627"/>
            <a:ext cx="5181600" cy="4872336"/>
          </a:xfrm>
        </p:spPr>
        <p:txBody>
          <a:bodyPr>
            <a:normAutofit/>
          </a:bodyPr>
          <a:lstStyle>
            <a:lvl1pPr marL="0" indent="0">
              <a:lnSpc>
                <a:spcPct val="100000"/>
              </a:lnSpc>
              <a:spcBef>
                <a:spcPts val="0"/>
              </a:spcBef>
              <a:buNone/>
              <a:defRPr sz="1800"/>
            </a:lvl1pPr>
            <a:lvl2pPr>
              <a:lnSpc>
                <a:spcPct val="100000"/>
              </a:lnSpc>
              <a:spcBef>
                <a:spcPts val="0"/>
              </a:spcBef>
              <a:defRPr sz="18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Tree>
    <p:extLst>
      <p:ext uri="{BB962C8B-B14F-4D97-AF65-F5344CB8AC3E}">
        <p14:creationId xmlns:p14="http://schemas.microsoft.com/office/powerpoint/2010/main" val="9476665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2 Col 4 Box">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72200" y="1304627"/>
            <a:ext cx="5181600" cy="4872336"/>
          </a:xfrm>
        </p:spPr>
        <p:txBody>
          <a:bodyPr>
            <a:normAutofit/>
          </a:bodyPr>
          <a:lstStyle>
            <a:lvl1pPr marL="0" indent="0">
              <a:lnSpc>
                <a:spcPct val="100000"/>
              </a:lnSpc>
              <a:spcBef>
                <a:spcPts val="0"/>
              </a:spcBef>
              <a:buNone/>
              <a:defRPr sz="1800"/>
            </a:lvl1pPr>
            <a:lvl2pPr>
              <a:lnSpc>
                <a:spcPct val="100000"/>
              </a:lnSpc>
              <a:spcBef>
                <a:spcPts val="0"/>
              </a:spcBef>
              <a:defRPr sz="18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1" name="Content Placeholder 2"/>
          <p:cNvSpPr>
            <a:spLocks noGrp="1"/>
          </p:cNvSpPr>
          <p:nvPr>
            <p:ph sz="half" idx="1"/>
          </p:nvPr>
        </p:nvSpPr>
        <p:spPr>
          <a:xfrm>
            <a:off x="838200" y="1304627"/>
            <a:ext cx="2465208" cy="2309430"/>
          </a:xfrm>
          <a:ln w="19050">
            <a:solidFill>
              <a:srgbClr val="CBE9F9"/>
            </a:solidFill>
          </a:ln>
        </p:spPr>
        <p:txBody>
          <a:bodyPr anchor="b"/>
          <a:lstStyle>
            <a:lvl1pPr marL="0" indent="0" algn="ctr">
              <a:spcBef>
                <a:spcPts val="600"/>
              </a:spcBef>
              <a:spcAft>
                <a:spcPts val="600"/>
              </a:spcAft>
              <a:buNone/>
              <a:defRPr>
                <a:solidFill>
                  <a:schemeClr val="bg1">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2" name="Content Placeholder 3"/>
          <p:cNvSpPr>
            <a:spLocks noGrp="1"/>
          </p:cNvSpPr>
          <p:nvPr>
            <p:ph sz="half" idx="13"/>
          </p:nvPr>
        </p:nvSpPr>
        <p:spPr>
          <a:xfrm>
            <a:off x="3521664" y="1304627"/>
            <a:ext cx="2465208" cy="2309430"/>
          </a:xfrm>
          <a:ln w="19050">
            <a:solidFill>
              <a:srgbClr val="CBE9F9"/>
            </a:solidFill>
          </a:ln>
        </p:spPr>
        <p:txBody>
          <a:bodyPr anchor="b"/>
          <a:lstStyle>
            <a:lvl1pPr algn="ctr">
              <a:spcBef>
                <a:spcPts val="600"/>
              </a:spcBef>
              <a:spcAft>
                <a:spcPts val="600"/>
              </a:spcAft>
              <a:defRPr>
                <a:solidFill>
                  <a:schemeClr val="bg1">
                    <a:lumMod val="50000"/>
                  </a:schemeClr>
                </a:solidFill>
              </a:defRPr>
            </a:lvl1pPr>
          </a:lstStyle>
          <a:p>
            <a:pPr lvl="0"/>
            <a:r>
              <a:rPr lang="en-US"/>
              <a:t>Click to edit Master text styles</a:t>
            </a:r>
          </a:p>
        </p:txBody>
      </p:sp>
      <p:sp>
        <p:nvSpPr>
          <p:cNvPr id="13" name="Content Placeholder 2"/>
          <p:cNvSpPr>
            <a:spLocks noGrp="1"/>
          </p:cNvSpPr>
          <p:nvPr>
            <p:ph sz="half" idx="15"/>
          </p:nvPr>
        </p:nvSpPr>
        <p:spPr>
          <a:xfrm>
            <a:off x="838200" y="3826782"/>
            <a:ext cx="2465208" cy="2309430"/>
          </a:xfrm>
          <a:ln w="19050">
            <a:solidFill>
              <a:srgbClr val="CBE9F9"/>
            </a:solidFill>
          </a:ln>
        </p:spPr>
        <p:txBody>
          <a:bodyPr anchor="b"/>
          <a:lstStyle>
            <a:lvl1pPr marL="0" indent="0" algn="ctr">
              <a:spcBef>
                <a:spcPts val="600"/>
              </a:spcBef>
              <a:spcAft>
                <a:spcPts val="600"/>
              </a:spcAft>
              <a:buNone/>
              <a:defRPr>
                <a:solidFill>
                  <a:schemeClr val="bg1">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4" name="Content Placeholder 3"/>
          <p:cNvSpPr>
            <a:spLocks noGrp="1"/>
          </p:cNvSpPr>
          <p:nvPr>
            <p:ph sz="half" idx="16"/>
          </p:nvPr>
        </p:nvSpPr>
        <p:spPr>
          <a:xfrm>
            <a:off x="3521664" y="3826782"/>
            <a:ext cx="2465208" cy="2309430"/>
          </a:xfrm>
          <a:ln w="19050">
            <a:solidFill>
              <a:srgbClr val="CBE9F9"/>
            </a:solidFill>
          </a:ln>
        </p:spPr>
        <p:txBody>
          <a:bodyPr anchor="b"/>
          <a:lstStyle>
            <a:lvl1pPr algn="ctr">
              <a:spcBef>
                <a:spcPts val="600"/>
              </a:spcBef>
              <a:spcAft>
                <a:spcPts val="600"/>
              </a:spcAft>
              <a:defRPr>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8925410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3 Col">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20" name="Content Placeholder 2"/>
          <p:cNvSpPr>
            <a:spLocks noGrp="1"/>
          </p:cNvSpPr>
          <p:nvPr>
            <p:ph sz="half" idx="14"/>
          </p:nvPr>
        </p:nvSpPr>
        <p:spPr>
          <a:xfrm>
            <a:off x="838199" y="1271289"/>
            <a:ext cx="3362563" cy="4905674"/>
          </a:xfrm>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1" name="Content Placeholder 3"/>
          <p:cNvSpPr>
            <a:spLocks noGrp="1"/>
          </p:cNvSpPr>
          <p:nvPr>
            <p:ph sz="half" idx="15"/>
          </p:nvPr>
        </p:nvSpPr>
        <p:spPr>
          <a:xfrm>
            <a:off x="4414718" y="1271289"/>
            <a:ext cx="3362563" cy="4905674"/>
          </a:xfrm>
        </p:spPr>
        <p:txBody>
          <a:bodyPr/>
          <a:lstStyle>
            <a:lvl1pPr algn="ctr">
              <a:spcBef>
                <a:spcPts val="600"/>
              </a:spcBef>
              <a:spcAft>
                <a:spcPts val="600"/>
              </a:spcAft>
              <a:defRPr/>
            </a:lvl1pPr>
          </a:lstStyle>
          <a:p>
            <a:pPr lvl="0"/>
            <a:r>
              <a:rPr lang="en-US"/>
              <a:t>Click to edit Master text styles</a:t>
            </a:r>
          </a:p>
        </p:txBody>
      </p:sp>
      <p:sp>
        <p:nvSpPr>
          <p:cNvPr id="22" name="Content Placeholder 2"/>
          <p:cNvSpPr>
            <a:spLocks noGrp="1"/>
          </p:cNvSpPr>
          <p:nvPr>
            <p:ph sz="half" idx="16"/>
          </p:nvPr>
        </p:nvSpPr>
        <p:spPr>
          <a:xfrm>
            <a:off x="7991237" y="1271289"/>
            <a:ext cx="3362563" cy="4905674"/>
          </a:xfrm>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33377590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3 Col Intro">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1" name="Text Placeholder 2"/>
          <p:cNvSpPr>
            <a:spLocks noGrp="1"/>
          </p:cNvSpPr>
          <p:nvPr>
            <p:ph type="body" idx="16"/>
          </p:nvPr>
        </p:nvSpPr>
        <p:spPr>
          <a:xfrm>
            <a:off x="831850" y="1287956"/>
            <a:ext cx="10515600" cy="715015"/>
          </a:xfrm>
        </p:spPr>
        <p:txBody>
          <a:bodyPr>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Content Placeholder 2"/>
          <p:cNvSpPr>
            <a:spLocks noGrp="1"/>
          </p:cNvSpPr>
          <p:nvPr>
            <p:ph sz="half" idx="14"/>
          </p:nvPr>
        </p:nvSpPr>
        <p:spPr>
          <a:xfrm>
            <a:off x="838199" y="2182357"/>
            <a:ext cx="3362563" cy="3994605"/>
          </a:xfrm>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3"/>
          <p:cNvSpPr>
            <a:spLocks noGrp="1"/>
          </p:cNvSpPr>
          <p:nvPr>
            <p:ph sz="half" idx="15"/>
          </p:nvPr>
        </p:nvSpPr>
        <p:spPr>
          <a:xfrm>
            <a:off x="4414718" y="2182357"/>
            <a:ext cx="3362563" cy="3994605"/>
          </a:xfrm>
        </p:spPr>
        <p:txBody>
          <a:bodyPr/>
          <a:lstStyle>
            <a:lvl1pPr algn="ctr">
              <a:spcBef>
                <a:spcPts val="600"/>
              </a:spcBef>
              <a:spcAft>
                <a:spcPts val="600"/>
              </a:spcAft>
              <a:defRPr/>
            </a:lvl1pPr>
          </a:lstStyle>
          <a:p>
            <a:pPr lvl="0"/>
            <a:r>
              <a:rPr lang="en-US"/>
              <a:t>Click to edit Master text styles</a:t>
            </a:r>
          </a:p>
        </p:txBody>
      </p:sp>
      <p:sp>
        <p:nvSpPr>
          <p:cNvPr id="19" name="Content Placeholder 2"/>
          <p:cNvSpPr>
            <a:spLocks noGrp="1"/>
          </p:cNvSpPr>
          <p:nvPr>
            <p:ph sz="half" idx="17"/>
          </p:nvPr>
        </p:nvSpPr>
        <p:spPr>
          <a:xfrm>
            <a:off x="7991237" y="2182357"/>
            <a:ext cx="3362563" cy="3994605"/>
          </a:xfrm>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39746097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3 Col Blu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6" name="Content Placeholder 2"/>
          <p:cNvSpPr>
            <a:spLocks noGrp="1"/>
          </p:cNvSpPr>
          <p:nvPr>
            <p:ph sz="half" idx="14"/>
          </p:nvPr>
        </p:nvSpPr>
        <p:spPr>
          <a:xfrm>
            <a:off x="838199" y="1271289"/>
            <a:ext cx="3362563" cy="4905673"/>
          </a:xfrm>
          <a:solidFill>
            <a:srgbClr val="DDF0FB"/>
          </a:solid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7" name="Content Placeholder 3"/>
          <p:cNvSpPr>
            <a:spLocks noGrp="1"/>
          </p:cNvSpPr>
          <p:nvPr>
            <p:ph sz="half" idx="15"/>
          </p:nvPr>
        </p:nvSpPr>
        <p:spPr>
          <a:xfrm>
            <a:off x="4414718" y="1271289"/>
            <a:ext cx="3362563" cy="4905673"/>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8" name="Content Placeholder 2"/>
          <p:cNvSpPr>
            <a:spLocks noGrp="1"/>
          </p:cNvSpPr>
          <p:nvPr>
            <p:ph sz="half" idx="17"/>
          </p:nvPr>
        </p:nvSpPr>
        <p:spPr>
          <a:xfrm>
            <a:off x="7991237" y="1271289"/>
            <a:ext cx="3362563" cy="4905673"/>
          </a:xfrm>
          <a:solidFill>
            <a:srgbClr val="DDF0FB"/>
          </a:solidFill>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9573318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3 Col Blue Intro">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1" name="Text Placeholder 2"/>
          <p:cNvSpPr>
            <a:spLocks noGrp="1"/>
          </p:cNvSpPr>
          <p:nvPr>
            <p:ph type="body" idx="16"/>
          </p:nvPr>
        </p:nvSpPr>
        <p:spPr>
          <a:xfrm>
            <a:off x="831850" y="1287956"/>
            <a:ext cx="10515600" cy="715015"/>
          </a:xfrm>
        </p:spPr>
        <p:txBody>
          <a:bodyPr>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Content Placeholder 2"/>
          <p:cNvSpPr>
            <a:spLocks noGrp="1"/>
          </p:cNvSpPr>
          <p:nvPr>
            <p:ph sz="half" idx="14"/>
          </p:nvPr>
        </p:nvSpPr>
        <p:spPr>
          <a:xfrm>
            <a:off x="838199" y="2199024"/>
            <a:ext cx="3362563" cy="3977937"/>
          </a:xfrm>
          <a:solidFill>
            <a:srgbClr val="DDF0FB"/>
          </a:solid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3"/>
          <p:cNvSpPr>
            <a:spLocks noGrp="1"/>
          </p:cNvSpPr>
          <p:nvPr>
            <p:ph sz="half" idx="15"/>
          </p:nvPr>
        </p:nvSpPr>
        <p:spPr>
          <a:xfrm>
            <a:off x="4414718" y="2199024"/>
            <a:ext cx="3362563" cy="3977937"/>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9" name="Content Placeholder 2"/>
          <p:cNvSpPr>
            <a:spLocks noGrp="1"/>
          </p:cNvSpPr>
          <p:nvPr>
            <p:ph sz="half" idx="17"/>
          </p:nvPr>
        </p:nvSpPr>
        <p:spPr>
          <a:xfrm>
            <a:off x="7991237" y="2199024"/>
            <a:ext cx="3362563" cy="3977937"/>
          </a:xfrm>
          <a:solidFill>
            <a:srgbClr val="DDF0FB"/>
          </a:solidFill>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36940755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4 Col">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304627"/>
            <a:ext cx="2465208" cy="4872336"/>
          </a:xfrm>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3521664" y="1304627"/>
            <a:ext cx="2465208" cy="4872336"/>
          </a:xfrm>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6205128" y="1304627"/>
            <a:ext cx="2465208" cy="4872336"/>
          </a:xfrm>
        </p:spPr>
        <p:txBody>
          <a:bodyPr/>
          <a:lstStyle>
            <a:lvl1pPr algn="ctr">
              <a:spcBef>
                <a:spcPts val="600"/>
              </a:spcBef>
              <a:spcAft>
                <a:spcPts val="600"/>
              </a:spcAft>
              <a:defRPr/>
            </a:lvl1pPr>
          </a:lstStyle>
          <a:p>
            <a:pPr lvl="0"/>
            <a:r>
              <a:rPr lang="en-US"/>
              <a:t>Click to edit Master text styles</a:t>
            </a:r>
          </a:p>
        </p:txBody>
      </p:sp>
      <p:sp>
        <p:nvSpPr>
          <p:cNvPr id="16" name="Content Placeholder 3"/>
          <p:cNvSpPr>
            <a:spLocks noGrp="1"/>
          </p:cNvSpPr>
          <p:nvPr>
            <p:ph sz="half" idx="14"/>
          </p:nvPr>
        </p:nvSpPr>
        <p:spPr>
          <a:xfrm>
            <a:off x="8888592" y="1304627"/>
            <a:ext cx="2465208" cy="4872336"/>
          </a:xfrm>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11602001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4 Col Intro">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2199025"/>
            <a:ext cx="2465208" cy="3977938"/>
          </a:xfrm>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3521664" y="2199025"/>
            <a:ext cx="2465208" cy="3977938"/>
          </a:xfrm>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6205128" y="2199025"/>
            <a:ext cx="2465208" cy="3977938"/>
          </a:xfrm>
        </p:spPr>
        <p:txBody>
          <a:bodyPr/>
          <a:lstStyle>
            <a:lvl1pPr algn="ctr">
              <a:spcBef>
                <a:spcPts val="600"/>
              </a:spcBef>
              <a:spcAft>
                <a:spcPts val="600"/>
              </a:spcAft>
              <a:defRPr/>
            </a:lvl1pPr>
          </a:lstStyle>
          <a:p>
            <a:pPr lvl="0"/>
            <a:r>
              <a:rPr lang="en-US"/>
              <a:t>Click to edit Master text styles</a:t>
            </a:r>
          </a:p>
        </p:txBody>
      </p:sp>
      <p:sp>
        <p:nvSpPr>
          <p:cNvPr id="16" name="Content Placeholder 3"/>
          <p:cNvSpPr>
            <a:spLocks noGrp="1"/>
          </p:cNvSpPr>
          <p:nvPr>
            <p:ph sz="half" idx="14"/>
          </p:nvPr>
        </p:nvSpPr>
        <p:spPr>
          <a:xfrm>
            <a:off x="8888592" y="2199025"/>
            <a:ext cx="2465208" cy="3977938"/>
          </a:xfrm>
        </p:spPr>
        <p:txBody>
          <a:bodyPr/>
          <a:lstStyle>
            <a:lvl1pPr algn="ctr">
              <a:spcBef>
                <a:spcPts val="600"/>
              </a:spcBef>
              <a:spcAft>
                <a:spcPts val="600"/>
              </a:spcAft>
              <a:defRPr/>
            </a:lvl1pPr>
          </a:lstStyle>
          <a:p>
            <a:pPr lvl="0"/>
            <a:r>
              <a:rPr lang="en-US"/>
              <a:t>Click to edit Master text styles</a:t>
            </a:r>
          </a:p>
        </p:txBody>
      </p:sp>
      <p:sp>
        <p:nvSpPr>
          <p:cNvPr id="11" name="Text Placeholder 2"/>
          <p:cNvSpPr>
            <a:spLocks noGrp="1"/>
          </p:cNvSpPr>
          <p:nvPr>
            <p:ph type="body" idx="16"/>
          </p:nvPr>
        </p:nvSpPr>
        <p:spPr>
          <a:xfrm>
            <a:off x="831850" y="1287956"/>
            <a:ext cx="10515600" cy="715015"/>
          </a:xfrm>
        </p:spPr>
        <p:txBody>
          <a:bodyPr>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47902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4 Col Blu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304627"/>
            <a:ext cx="2465208" cy="4872336"/>
          </a:xfrm>
          <a:solidFill>
            <a:srgbClr val="DDF0FB"/>
          </a:solid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3521664" y="1304627"/>
            <a:ext cx="2465208" cy="4872336"/>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6205128" y="1304627"/>
            <a:ext cx="2465208" cy="4872336"/>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6" name="Content Placeholder 3"/>
          <p:cNvSpPr>
            <a:spLocks noGrp="1"/>
          </p:cNvSpPr>
          <p:nvPr>
            <p:ph sz="half" idx="14"/>
          </p:nvPr>
        </p:nvSpPr>
        <p:spPr>
          <a:xfrm>
            <a:off x="8888592" y="1304627"/>
            <a:ext cx="2465208" cy="4872336"/>
          </a:xfrm>
          <a:solidFill>
            <a:srgbClr val="DDF0FB"/>
          </a:solidFill>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11943295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4 Col Blue Intro">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2199025"/>
            <a:ext cx="2465208" cy="3977938"/>
          </a:xfrm>
          <a:solidFill>
            <a:srgbClr val="DDF0FB"/>
          </a:solid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3521664" y="2199025"/>
            <a:ext cx="2465208" cy="3977938"/>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6205128" y="2199025"/>
            <a:ext cx="2465208" cy="3977938"/>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6" name="Content Placeholder 3"/>
          <p:cNvSpPr>
            <a:spLocks noGrp="1"/>
          </p:cNvSpPr>
          <p:nvPr>
            <p:ph sz="half" idx="14"/>
          </p:nvPr>
        </p:nvSpPr>
        <p:spPr>
          <a:xfrm>
            <a:off x="8888592" y="2199025"/>
            <a:ext cx="2465208" cy="3977938"/>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1" name="Text Placeholder 2"/>
          <p:cNvSpPr>
            <a:spLocks noGrp="1"/>
          </p:cNvSpPr>
          <p:nvPr>
            <p:ph type="body" idx="16"/>
          </p:nvPr>
        </p:nvSpPr>
        <p:spPr>
          <a:xfrm>
            <a:off x="831850" y="1287956"/>
            <a:ext cx="10515600" cy="715015"/>
          </a:xfrm>
        </p:spPr>
        <p:txBody>
          <a:bodyPr>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1566498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5 Col">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19895" y="1304627"/>
            <a:ext cx="2037362" cy="4872336"/>
          </a:xfrm>
          <a:no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2948607" y="1304627"/>
            <a:ext cx="2037362" cy="4872336"/>
          </a:xfrm>
          <a:noFill/>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5077319" y="1304627"/>
            <a:ext cx="2037362" cy="4872336"/>
          </a:xfrm>
          <a:noFill/>
        </p:spPr>
        <p:txBody>
          <a:bodyPr/>
          <a:lstStyle>
            <a:lvl1pPr algn="ctr">
              <a:spcBef>
                <a:spcPts val="600"/>
              </a:spcBef>
              <a:spcAft>
                <a:spcPts val="600"/>
              </a:spcAft>
              <a:defRPr/>
            </a:lvl1pPr>
          </a:lstStyle>
          <a:p>
            <a:pPr lvl="0"/>
            <a:r>
              <a:rPr lang="en-US"/>
              <a:t>Click to edit Master text styles</a:t>
            </a:r>
          </a:p>
        </p:txBody>
      </p:sp>
      <p:sp>
        <p:nvSpPr>
          <p:cNvPr id="16" name="Content Placeholder 3"/>
          <p:cNvSpPr>
            <a:spLocks noGrp="1"/>
          </p:cNvSpPr>
          <p:nvPr>
            <p:ph sz="half" idx="14"/>
          </p:nvPr>
        </p:nvSpPr>
        <p:spPr>
          <a:xfrm>
            <a:off x="7196878" y="1304627"/>
            <a:ext cx="2037362" cy="4872336"/>
          </a:xfrm>
          <a:noFill/>
        </p:spPr>
        <p:txBody>
          <a:bodyPr/>
          <a:lstStyle>
            <a:lvl1pPr algn="ctr">
              <a:spcBef>
                <a:spcPts val="600"/>
              </a:spcBef>
              <a:spcAft>
                <a:spcPts val="600"/>
              </a:spcAft>
              <a:defRPr/>
            </a:lvl1pPr>
          </a:lstStyle>
          <a:p>
            <a:pPr lvl="0"/>
            <a:r>
              <a:rPr lang="en-US"/>
              <a:t>Click to edit Master text styles</a:t>
            </a:r>
          </a:p>
        </p:txBody>
      </p:sp>
      <p:sp>
        <p:nvSpPr>
          <p:cNvPr id="11" name="Content Placeholder 3"/>
          <p:cNvSpPr>
            <a:spLocks noGrp="1"/>
          </p:cNvSpPr>
          <p:nvPr>
            <p:ph sz="half" idx="15"/>
          </p:nvPr>
        </p:nvSpPr>
        <p:spPr>
          <a:xfrm>
            <a:off x="9316438" y="1287957"/>
            <a:ext cx="2037362" cy="4872336"/>
          </a:xfrm>
          <a:noFill/>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11756723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5 Col Intro">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19895" y="2199025"/>
            <a:ext cx="2037362" cy="3977938"/>
          </a:xfrm>
          <a:no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2948607" y="2199025"/>
            <a:ext cx="2037362" cy="3977938"/>
          </a:xfrm>
          <a:noFill/>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5077319" y="2199025"/>
            <a:ext cx="2037362" cy="3977938"/>
          </a:xfrm>
          <a:noFill/>
        </p:spPr>
        <p:txBody>
          <a:bodyPr/>
          <a:lstStyle>
            <a:lvl1pPr algn="ctr">
              <a:spcBef>
                <a:spcPts val="600"/>
              </a:spcBef>
              <a:spcAft>
                <a:spcPts val="600"/>
              </a:spcAft>
              <a:defRPr/>
            </a:lvl1pPr>
          </a:lstStyle>
          <a:p>
            <a:pPr lvl="0"/>
            <a:r>
              <a:rPr lang="en-US"/>
              <a:t>Click to edit Master text styles</a:t>
            </a:r>
          </a:p>
        </p:txBody>
      </p:sp>
      <p:sp>
        <p:nvSpPr>
          <p:cNvPr id="16" name="Content Placeholder 3"/>
          <p:cNvSpPr>
            <a:spLocks noGrp="1"/>
          </p:cNvSpPr>
          <p:nvPr>
            <p:ph sz="half" idx="14"/>
          </p:nvPr>
        </p:nvSpPr>
        <p:spPr>
          <a:xfrm>
            <a:off x="7196878" y="2199025"/>
            <a:ext cx="2037362" cy="3977938"/>
          </a:xfrm>
          <a:noFill/>
        </p:spPr>
        <p:txBody>
          <a:bodyPr/>
          <a:lstStyle>
            <a:lvl1pPr algn="ctr">
              <a:spcBef>
                <a:spcPts val="600"/>
              </a:spcBef>
              <a:spcAft>
                <a:spcPts val="600"/>
              </a:spcAft>
              <a:defRPr/>
            </a:lvl1pPr>
          </a:lstStyle>
          <a:p>
            <a:pPr lvl="0"/>
            <a:r>
              <a:rPr lang="en-US"/>
              <a:t>Click to edit Master text styles</a:t>
            </a:r>
          </a:p>
        </p:txBody>
      </p:sp>
      <p:sp>
        <p:nvSpPr>
          <p:cNvPr id="11" name="Content Placeholder 3"/>
          <p:cNvSpPr>
            <a:spLocks noGrp="1"/>
          </p:cNvSpPr>
          <p:nvPr>
            <p:ph sz="half" idx="15"/>
          </p:nvPr>
        </p:nvSpPr>
        <p:spPr>
          <a:xfrm>
            <a:off x="9316438" y="2182355"/>
            <a:ext cx="2037362" cy="3977938"/>
          </a:xfrm>
          <a:noFill/>
        </p:spPr>
        <p:txBody>
          <a:bodyPr/>
          <a:lstStyle>
            <a:lvl1pPr algn="ctr">
              <a:spcBef>
                <a:spcPts val="600"/>
              </a:spcBef>
              <a:spcAft>
                <a:spcPts val="600"/>
              </a:spcAft>
              <a:defRPr/>
            </a:lvl1pPr>
          </a:lstStyle>
          <a:p>
            <a:pPr lvl="0"/>
            <a:r>
              <a:rPr lang="en-US"/>
              <a:t>Click to edit Master text styles</a:t>
            </a:r>
          </a:p>
        </p:txBody>
      </p:sp>
      <p:sp>
        <p:nvSpPr>
          <p:cNvPr id="12" name="Text Placeholder 2"/>
          <p:cNvSpPr>
            <a:spLocks noGrp="1"/>
          </p:cNvSpPr>
          <p:nvPr>
            <p:ph type="body" idx="16"/>
          </p:nvPr>
        </p:nvSpPr>
        <p:spPr>
          <a:xfrm>
            <a:off x="831850" y="1287956"/>
            <a:ext cx="10515600" cy="715015"/>
          </a:xfrm>
        </p:spPr>
        <p:txBody>
          <a:bodyPr>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287413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5 Col Blu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19895" y="1304627"/>
            <a:ext cx="2037362" cy="4872336"/>
          </a:xfrm>
          <a:solidFill>
            <a:srgbClr val="DDF0FB"/>
          </a:solid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2948607" y="1304627"/>
            <a:ext cx="2037362" cy="4872336"/>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5077319" y="1304627"/>
            <a:ext cx="2037362" cy="4872336"/>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6" name="Content Placeholder 3"/>
          <p:cNvSpPr>
            <a:spLocks noGrp="1"/>
          </p:cNvSpPr>
          <p:nvPr>
            <p:ph sz="half" idx="14"/>
          </p:nvPr>
        </p:nvSpPr>
        <p:spPr>
          <a:xfrm>
            <a:off x="7196878" y="1304627"/>
            <a:ext cx="2037362" cy="4872336"/>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1" name="Content Placeholder 3"/>
          <p:cNvSpPr>
            <a:spLocks noGrp="1"/>
          </p:cNvSpPr>
          <p:nvPr>
            <p:ph sz="half" idx="15"/>
          </p:nvPr>
        </p:nvSpPr>
        <p:spPr>
          <a:xfrm>
            <a:off x="9316438" y="1287957"/>
            <a:ext cx="2037362" cy="4872336"/>
          </a:xfrm>
          <a:solidFill>
            <a:srgbClr val="DDF0FB"/>
          </a:solidFill>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40297250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5 Col Blue Intro">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19895" y="2199025"/>
            <a:ext cx="2037362" cy="3977938"/>
          </a:xfrm>
          <a:solidFill>
            <a:srgbClr val="DDF0FB"/>
          </a:solid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2948607" y="2199025"/>
            <a:ext cx="2037362" cy="3977938"/>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5077319" y="2199025"/>
            <a:ext cx="2037362" cy="3977938"/>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6" name="Content Placeholder 3"/>
          <p:cNvSpPr>
            <a:spLocks noGrp="1"/>
          </p:cNvSpPr>
          <p:nvPr>
            <p:ph sz="half" idx="14"/>
          </p:nvPr>
        </p:nvSpPr>
        <p:spPr>
          <a:xfrm>
            <a:off x="7196878" y="2199025"/>
            <a:ext cx="2037362" cy="3977938"/>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1" name="Content Placeholder 3"/>
          <p:cNvSpPr>
            <a:spLocks noGrp="1"/>
          </p:cNvSpPr>
          <p:nvPr>
            <p:ph sz="half" idx="15"/>
          </p:nvPr>
        </p:nvSpPr>
        <p:spPr>
          <a:xfrm>
            <a:off x="9316438" y="2182355"/>
            <a:ext cx="2037362" cy="3977938"/>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3" name="Text Placeholder 2"/>
          <p:cNvSpPr>
            <a:spLocks noGrp="1"/>
          </p:cNvSpPr>
          <p:nvPr>
            <p:ph type="body" idx="16"/>
          </p:nvPr>
        </p:nvSpPr>
        <p:spPr>
          <a:xfrm>
            <a:off x="831850" y="1287956"/>
            <a:ext cx="10515600" cy="715015"/>
          </a:xfrm>
        </p:spPr>
        <p:txBody>
          <a:bodyPr>
            <a:normAutofit/>
          </a:bodyPr>
          <a:lstStyle>
            <a:lvl1pPr marL="0" indent="0">
              <a:buNone/>
              <a:defRPr sz="1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8107246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5 Col Bigger">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199" y="1304627"/>
            <a:ext cx="3362563" cy="2294916"/>
          </a:xfrm>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4414718" y="1304627"/>
            <a:ext cx="3362563" cy="2294916"/>
          </a:xfrm>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7991237" y="1304627"/>
            <a:ext cx="3362563" cy="2294916"/>
          </a:xfrm>
        </p:spPr>
        <p:txBody>
          <a:bodyPr/>
          <a:lstStyle>
            <a:lvl1pPr algn="ctr">
              <a:spcBef>
                <a:spcPts val="600"/>
              </a:spcBef>
              <a:spcAft>
                <a:spcPts val="600"/>
              </a:spcAft>
              <a:defRPr/>
            </a:lvl1pPr>
          </a:lstStyle>
          <a:p>
            <a:pPr lvl="0"/>
            <a:r>
              <a:rPr lang="en-US"/>
              <a:t>Click to edit Master text styles</a:t>
            </a:r>
          </a:p>
        </p:txBody>
      </p:sp>
      <p:sp>
        <p:nvSpPr>
          <p:cNvPr id="20" name="Content Placeholder 2"/>
          <p:cNvSpPr>
            <a:spLocks noGrp="1"/>
          </p:cNvSpPr>
          <p:nvPr>
            <p:ph sz="half" idx="14"/>
          </p:nvPr>
        </p:nvSpPr>
        <p:spPr>
          <a:xfrm>
            <a:off x="2733436" y="3812268"/>
            <a:ext cx="3362563" cy="2294916"/>
          </a:xfrm>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1" name="Content Placeholder 3"/>
          <p:cNvSpPr>
            <a:spLocks noGrp="1"/>
          </p:cNvSpPr>
          <p:nvPr>
            <p:ph sz="half" idx="15"/>
          </p:nvPr>
        </p:nvSpPr>
        <p:spPr>
          <a:xfrm>
            <a:off x="6309955" y="3812268"/>
            <a:ext cx="3362563" cy="2294916"/>
          </a:xfrm>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14544696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5 Col Bigger Border">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199" y="1304627"/>
            <a:ext cx="3362563" cy="2294916"/>
          </a:xfrm>
          <a:ln w="19050">
            <a:solidFill>
              <a:srgbClr val="CBE9F9"/>
            </a:solidFill>
          </a:ln>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4414718" y="1304627"/>
            <a:ext cx="3362563" cy="2294916"/>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7991237" y="1304627"/>
            <a:ext cx="3362563" cy="2294916"/>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
        <p:nvSpPr>
          <p:cNvPr id="20" name="Content Placeholder 2"/>
          <p:cNvSpPr>
            <a:spLocks noGrp="1"/>
          </p:cNvSpPr>
          <p:nvPr>
            <p:ph sz="half" idx="14"/>
          </p:nvPr>
        </p:nvSpPr>
        <p:spPr>
          <a:xfrm>
            <a:off x="2733436" y="3812268"/>
            <a:ext cx="3362563" cy="2294916"/>
          </a:xfrm>
          <a:ln w="19050">
            <a:solidFill>
              <a:srgbClr val="CBE9F9"/>
            </a:solidFill>
          </a:ln>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1" name="Content Placeholder 3"/>
          <p:cNvSpPr>
            <a:spLocks noGrp="1"/>
          </p:cNvSpPr>
          <p:nvPr>
            <p:ph sz="half" idx="15"/>
          </p:nvPr>
        </p:nvSpPr>
        <p:spPr>
          <a:xfrm>
            <a:off x="6309955" y="3812268"/>
            <a:ext cx="3362563" cy="2294916"/>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14276988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5 Col Bigger Blu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199" y="1304627"/>
            <a:ext cx="3362563" cy="2294916"/>
          </a:xfrm>
          <a:solidFill>
            <a:srgbClr val="DDF0FB"/>
          </a:solid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4414718" y="1304627"/>
            <a:ext cx="3362563" cy="2294916"/>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7991237" y="1304627"/>
            <a:ext cx="3362563" cy="2294916"/>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20" name="Content Placeholder 2"/>
          <p:cNvSpPr>
            <a:spLocks noGrp="1"/>
          </p:cNvSpPr>
          <p:nvPr>
            <p:ph sz="half" idx="14"/>
          </p:nvPr>
        </p:nvSpPr>
        <p:spPr>
          <a:xfrm>
            <a:off x="2733436" y="3812268"/>
            <a:ext cx="3362563" cy="2294916"/>
          </a:xfrm>
          <a:solidFill>
            <a:srgbClr val="DDF0FB"/>
          </a:solid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21" name="Content Placeholder 3"/>
          <p:cNvSpPr>
            <a:spLocks noGrp="1"/>
          </p:cNvSpPr>
          <p:nvPr>
            <p:ph sz="half" idx="15"/>
          </p:nvPr>
        </p:nvSpPr>
        <p:spPr>
          <a:xfrm>
            <a:off x="6309955" y="3812268"/>
            <a:ext cx="3362563" cy="2294916"/>
          </a:xfrm>
          <a:solidFill>
            <a:srgbClr val="DDF0FB"/>
          </a:solidFill>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35380702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6 Col">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199" y="1304627"/>
            <a:ext cx="3362563" cy="2294916"/>
          </a:xfrm>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4414718" y="1304627"/>
            <a:ext cx="3362563" cy="2294916"/>
          </a:xfrm>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7991237" y="1304627"/>
            <a:ext cx="3362563" cy="2294916"/>
          </a:xfrm>
        </p:spPr>
        <p:txBody>
          <a:bodyPr/>
          <a:lstStyle>
            <a:lvl1pPr algn="ctr">
              <a:spcBef>
                <a:spcPts val="600"/>
              </a:spcBef>
              <a:spcAft>
                <a:spcPts val="600"/>
              </a:spcAft>
              <a:defRPr/>
            </a:lvl1pPr>
          </a:lstStyle>
          <a:p>
            <a:pPr lvl="0"/>
            <a:r>
              <a:rPr lang="en-US"/>
              <a:t>Click to edit Master text styles</a:t>
            </a:r>
          </a:p>
        </p:txBody>
      </p:sp>
      <p:sp>
        <p:nvSpPr>
          <p:cNvPr id="17" name="Content Placeholder 2"/>
          <p:cNvSpPr>
            <a:spLocks noGrp="1"/>
          </p:cNvSpPr>
          <p:nvPr>
            <p:ph sz="half" idx="16"/>
          </p:nvPr>
        </p:nvSpPr>
        <p:spPr>
          <a:xfrm>
            <a:off x="838198" y="3812267"/>
            <a:ext cx="3362563" cy="2294916"/>
          </a:xfrm>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3"/>
          <p:cNvSpPr>
            <a:spLocks noGrp="1"/>
          </p:cNvSpPr>
          <p:nvPr>
            <p:ph sz="half" idx="17"/>
          </p:nvPr>
        </p:nvSpPr>
        <p:spPr>
          <a:xfrm>
            <a:off x="4414717" y="3812267"/>
            <a:ext cx="3362563" cy="2294916"/>
          </a:xfrm>
        </p:spPr>
        <p:txBody>
          <a:bodyPr/>
          <a:lstStyle>
            <a:lvl1pPr algn="ctr">
              <a:spcBef>
                <a:spcPts val="600"/>
              </a:spcBef>
              <a:spcAft>
                <a:spcPts val="600"/>
              </a:spcAft>
              <a:defRPr/>
            </a:lvl1pPr>
          </a:lstStyle>
          <a:p>
            <a:pPr lvl="0"/>
            <a:r>
              <a:rPr lang="en-US"/>
              <a:t>Click to edit Master text styles</a:t>
            </a:r>
          </a:p>
        </p:txBody>
      </p:sp>
      <p:sp>
        <p:nvSpPr>
          <p:cNvPr id="19" name="Content Placeholder 2"/>
          <p:cNvSpPr>
            <a:spLocks noGrp="1"/>
          </p:cNvSpPr>
          <p:nvPr>
            <p:ph sz="half" idx="18"/>
          </p:nvPr>
        </p:nvSpPr>
        <p:spPr>
          <a:xfrm>
            <a:off x="7991236" y="3812267"/>
            <a:ext cx="3362563" cy="2294916"/>
          </a:xfrm>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33899793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6 Col Border">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199" y="1304627"/>
            <a:ext cx="3362563" cy="2294916"/>
          </a:xfrm>
          <a:ln w="19050">
            <a:solidFill>
              <a:srgbClr val="CBE9F9"/>
            </a:solidFill>
          </a:ln>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4414718" y="1304627"/>
            <a:ext cx="3362563" cy="2294916"/>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7991237" y="1304627"/>
            <a:ext cx="3362563" cy="2294916"/>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
        <p:nvSpPr>
          <p:cNvPr id="17" name="Content Placeholder 2"/>
          <p:cNvSpPr>
            <a:spLocks noGrp="1"/>
          </p:cNvSpPr>
          <p:nvPr>
            <p:ph sz="half" idx="16"/>
          </p:nvPr>
        </p:nvSpPr>
        <p:spPr>
          <a:xfrm>
            <a:off x="838198" y="3812267"/>
            <a:ext cx="3362563" cy="2294916"/>
          </a:xfrm>
          <a:ln w="19050">
            <a:solidFill>
              <a:srgbClr val="CBE9F9"/>
            </a:solidFill>
          </a:ln>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3"/>
          <p:cNvSpPr>
            <a:spLocks noGrp="1"/>
          </p:cNvSpPr>
          <p:nvPr>
            <p:ph sz="half" idx="17"/>
          </p:nvPr>
        </p:nvSpPr>
        <p:spPr>
          <a:xfrm>
            <a:off x="4414717" y="3812267"/>
            <a:ext cx="3362563" cy="2294916"/>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
        <p:nvSpPr>
          <p:cNvPr id="19" name="Content Placeholder 2"/>
          <p:cNvSpPr>
            <a:spLocks noGrp="1"/>
          </p:cNvSpPr>
          <p:nvPr>
            <p:ph sz="half" idx="18"/>
          </p:nvPr>
        </p:nvSpPr>
        <p:spPr>
          <a:xfrm>
            <a:off x="7991236" y="3812267"/>
            <a:ext cx="3362563" cy="2294916"/>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36505737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6 Col Blu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199" y="1304627"/>
            <a:ext cx="3362563" cy="2294916"/>
          </a:xfrm>
          <a:solidFill>
            <a:srgbClr val="DDF0FB"/>
          </a:solid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4414718" y="1304627"/>
            <a:ext cx="3362563" cy="2294916"/>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7991237" y="1304627"/>
            <a:ext cx="3362563" cy="2294916"/>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7" name="Content Placeholder 2"/>
          <p:cNvSpPr>
            <a:spLocks noGrp="1"/>
          </p:cNvSpPr>
          <p:nvPr>
            <p:ph sz="half" idx="16"/>
          </p:nvPr>
        </p:nvSpPr>
        <p:spPr>
          <a:xfrm>
            <a:off x="838198" y="3812267"/>
            <a:ext cx="3362563" cy="2294916"/>
          </a:xfrm>
          <a:solidFill>
            <a:srgbClr val="DDF0FB"/>
          </a:solid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8" name="Content Placeholder 3"/>
          <p:cNvSpPr>
            <a:spLocks noGrp="1"/>
          </p:cNvSpPr>
          <p:nvPr>
            <p:ph sz="half" idx="17"/>
          </p:nvPr>
        </p:nvSpPr>
        <p:spPr>
          <a:xfrm>
            <a:off x="4414717" y="3812267"/>
            <a:ext cx="3362563" cy="2294916"/>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9" name="Content Placeholder 2"/>
          <p:cNvSpPr>
            <a:spLocks noGrp="1"/>
          </p:cNvSpPr>
          <p:nvPr>
            <p:ph sz="half" idx="18"/>
          </p:nvPr>
        </p:nvSpPr>
        <p:spPr>
          <a:xfrm>
            <a:off x="7991236" y="3812267"/>
            <a:ext cx="3362563" cy="2294916"/>
          </a:xfrm>
          <a:solidFill>
            <a:srgbClr val="DDF0FB"/>
          </a:solidFill>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12250703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8 Col">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304627"/>
            <a:ext cx="2465208" cy="2309430"/>
          </a:xfrm>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3521664" y="1304627"/>
            <a:ext cx="2465208" cy="2309430"/>
          </a:xfrm>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6205128" y="1304627"/>
            <a:ext cx="2465208" cy="2309430"/>
          </a:xfrm>
        </p:spPr>
        <p:txBody>
          <a:bodyPr/>
          <a:lstStyle>
            <a:lvl1pPr algn="ctr">
              <a:spcBef>
                <a:spcPts val="600"/>
              </a:spcBef>
              <a:spcAft>
                <a:spcPts val="600"/>
              </a:spcAft>
              <a:defRPr/>
            </a:lvl1pPr>
          </a:lstStyle>
          <a:p>
            <a:pPr lvl="0"/>
            <a:r>
              <a:rPr lang="en-US"/>
              <a:t>Click to edit Master text styles</a:t>
            </a:r>
          </a:p>
        </p:txBody>
      </p:sp>
      <p:sp>
        <p:nvSpPr>
          <p:cNvPr id="16" name="Content Placeholder 3"/>
          <p:cNvSpPr>
            <a:spLocks noGrp="1"/>
          </p:cNvSpPr>
          <p:nvPr>
            <p:ph sz="half" idx="14"/>
          </p:nvPr>
        </p:nvSpPr>
        <p:spPr>
          <a:xfrm>
            <a:off x="8888592" y="1304627"/>
            <a:ext cx="2465208" cy="2309430"/>
          </a:xfrm>
        </p:spPr>
        <p:txBody>
          <a:bodyPr/>
          <a:lstStyle>
            <a:lvl1pPr algn="ctr">
              <a:spcBef>
                <a:spcPts val="600"/>
              </a:spcBef>
              <a:spcAft>
                <a:spcPts val="600"/>
              </a:spcAft>
              <a:defRPr/>
            </a:lvl1pPr>
          </a:lstStyle>
          <a:p>
            <a:pPr lvl="0"/>
            <a:r>
              <a:rPr lang="en-US"/>
              <a:t>Click to edit Master text styles</a:t>
            </a:r>
          </a:p>
        </p:txBody>
      </p:sp>
      <p:sp>
        <p:nvSpPr>
          <p:cNvPr id="18" name="Content Placeholder 2"/>
          <p:cNvSpPr>
            <a:spLocks noGrp="1"/>
          </p:cNvSpPr>
          <p:nvPr>
            <p:ph sz="half" idx="15"/>
          </p:nvPr>
        </p:nvSpPr>
        <p:spPr>
          <a:xfrm>
            <a:off x="838200" y="3826782"/>
            <a:ext cx="2465208" cy="2309430"/>
          </a:xfrm>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Content Placeholder 3"/>
          <p:cNvSpPr>
            <a:spLocks noGrp="1"/>
          </p:cNvSpPr>
          <p:nvPr>
            <p:ph sz="half" idx="16"/>
          </p:nvPr>
        </p:nvSpPr>
        <p:spPr>
          <a:xfrm>
            <a:off x="3521664" y="3826782"/>
            <a:ext cx="2465208" cy="2309430"/>
          </a:xfrm>
        </p:spPr>
        <p:txBody>
          <a:bodyPr/>
          <a:lstStyle>
            <a:lvl1pPr algn="ctr">
              <a:spcBef>
                <a:spcPts val="600"/>
              </a:spcBef>
              <a:spcAft>
                <a:spcPts val="600"/>
              </a:spcAft>
              <a:defRPr/>
            </a:lvl1pPr>
          </a:lstStyle>
          <a:p>
            <a:pPr lvl="0"/>
            <a:r>
              <a:rPr lang="en-US"/>
              <a:t>Click to edit Master text styles</a:t>
            </a:r>
          </a:p>
        </p:txBody>
      </p:sp>
      <p:sp>
        <p:nvSpPr>
          <p:cNvPr id="20" name="Content Placeholder 2"/>
          <p:cNvSpPr>
            <a:spLocks noGrp="1"/>
          </p:cNvSpPr>
          <p:nvPr>
            <p:ph sz="half" idx="17"/>
          </p:nvPr>
        </p:nvSpPr>
        <p:spPr>
          <a:xfrm>
            <a:off x="6205128" y="3826782"/>
            <a:ext cx="2465208" cy="2309430"/>
          </a:xfrm>
        </p:spPr>
        <p:txBody>
          <a:bodyPr/>
          <a:lstStyle>
            <a:lvl1pPr algn="ctr">
              <a:spcBef>
                <a:spcPts val="600"/>
              </a:spcBef>
              <a:spcAft>
                <a:spcPts val="600"/>
              </a:spcAft>
              <a:defRPr/>
            </a:lvl1pPr>
          </a:lstStyle>
          <a:p>
            <a:pPr lvl="0"/>
            <a:r>
              <a:rPr lang="en-US"/>
              <a:t>Click to edit Master text styles</a:t>
            </a:r>
          </a:p>
        </p:txBody>
      </p:sp>
      <p:sp>
        <p:nvSpPr>
          <p:cNvPr id="21" name="Content Placeholder 3"/>
          <p:cNvSpPr>
            <a:spLocks noGrp="1"/>
          </p:cNvSpPr>
          <p:nvPr>
            <p:ph sz="half" idx="18"/>
          </p:nvPr>
        </p:nvSpPr>
        <p:spPr>
          <a:xfrm>
            <a:off x="8888592" y="3826782"/>
            <a:ext cx="2465208" cy="2309430"/>
          </a:xfrm>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18622630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8 Col Border">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304627"/>
            <a:ext cx="2465208" cy="2309430"/>
          </a:xfrm>
          <a:ln w="19050">
            <a:solidFill>
              <a:srgbClr val="CBE9F9"/>
            </a:solidFill>
          </a:ln>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3521664" y="1304627"/>
            <a:ext cx="2465208" cy="2309430"/>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6205128" y="1304627"/>
            <a:ext cx="2465208" cy="2309430"/>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
        <p:nvSpPr>
          <p:cNvPr id="16" name="Content Placeholder 3"/>
          <p:cNvSpPr>
            <a:spLocks noGrp="1"/>
          </p:cNvSpPr>
          <p:nvPr>
            <p:ph sz="half" idx="14"/>
          </p:nvPr>
        </p:nvSpPr>
        <p:spPr>
          <a:xfrm>
            <a:off x="8888592" y="1304627"/>
            <a:ext cx="2465208" cy="2309430"/>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
        <p:nvSpPr>
          <p:cNvPr id="18" name="Content Placeholder 2"/>
          <p:cNvSpPr>
            <a:spLocks noGrp="1"/>
          </p:cNvSpPr>
          <p:nvPr>
            <p:ph sz="half" idx="15"/>
          </p:nvPr>
        </p:nvSpPr>
        <p:spPr>
          <a:xfrm>
            <a:off x="838200" y="3826782"/>
            <a:ext cx="2465208" cy="2309430"/>
          </a:xfrm>
          <a:ln w="19050">
            <a:solidFill>
              <a:srgbClr val="CBE9F9"/>
            </a:solidFill>
          </a:ln>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Content Placeholder 3"/>
          <p:cNvSpPr>
            <a:spLocks noGrp="1"/>
          </p:cNvSpPr>
          <p:nvPr>
            <p:ph sz="half" idx="16"/>
          </p:nvPr>
        </p:nvSpPr>
        <p:spPr>
          <a:xfrm>
            <a:off x="3521664" y="3826782"/>
            <a:ext cx="2465208" cy="2309430"/>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
        <p:nvSpPr>
          <p:cNvPr id="20" name="Content Placeholder 2"/>
          <p:cNvSpPr>
            <a:spLocks noGrp="1"/>
          </p:cNvSpPr>
          <p:nvPr>
            <p:ph sz="half" idx="17"/>
          </p:nvPr>
        </p:nvSpPr>
        <p:spPr>
          <a:xfrm>
            <a:off x="6205128" y="3826782"/>
            <a:ext cx="2465208" cy="2309430"/>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
        <p:nvSpPr>
          <p:cNvPr id="21" name="Content Placeholder 3"/>
          <p:cNvSpPr>
            <a:spLocks noGrp="1"/>
          </p:cNvSpPr>
          <p:nvPr>
            <p:ph sz="half" idx="18"/>
          </p:nvPr>
        </p:nvSpPr>
        <p:spPr>
          <a:xfrm>
            <a:off x="8888592" y="3826782"/>
            <a:ext cx="2465208" cy="2309430"/>
          </a:xfrm>
          <a:ln w="19050">
            <a:solidFill>
              <a:srgbClr val="CBE9F9"/>
            </a:solidFill>
          </a:ln>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332815659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8 Col Blu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304627"/>
            <a:ext cx="2465208" cy="2309430"/>
          </a:xfrm>
          <a:solidFill>
            <a:srgbClr val="DDF0FB"/>
          </a:solid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4" name="Content Placeholder 3"/>
          <p:cNvSpPr>
            <a:spLocks noGrp="1"/>
          </p:cNvSpPr>
          <p:nvPr>
            <p:ph sz="half" idx="2"/>
          </p:nvPr>
        </p:nvSpPr>
        <p:spPr>
          <a:xfrm>
            <a:off x="3521664" y="1304627"/>
            <a:ext cx="2465208" cy="2309430"/>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6" name="Footer Placeholder 5"/>
          <p:cNvSpPr>
            <a:spLocks noGrp="1"/>
          </p:cNvSpPr>
          <p:nvPr>
            <p:ph type="ftr" sz="quarter" idx="11"/>
          </p:nvPr>
        </p:nvSpPr>
        <p:spPr/>
        <p:txBody>
          <a:bodyPr/>
          <a:lstStyle/>
          <a:p>
            <a:r>
              <a:rPr lang="en-AU"/>
              <a:t>© Planit Software Testing</a:t>
            </a:r>
            <a:endParaRPr lang="en-AU" dirty="0"/>
          </a:p>
        </p:txBody>
      </p:sp>
      <p:sp>
        <p:nvSpPr>
          <p:cNvPr id="7" name="Slide Number Placeholder 6"/>
          <p:cNvSpPr>
            <a:spLocks noGrp="1"/>
          </p:cNvSpPr>
          <p:nvPr>
            <p:ph type="sldNum" sz="quarter" idx="12"/>
          </p:nvPr>
        </p:nvSpPr>
        <p:spPr/>
        <p:txBody>
          <a:bodyPr/>
          <a:lstStyle/>
          <a:p>
            <a:fld id="{B343C9CB-C555-4E9B-92D9-067BF6B13A25}" type="slidenum">
              <a:rPr lang="en-AU" smtClean="0"/>
              <a:pPr/>
              <a:t>‹#›</a:t>
            </a:fld>
            <a:endParaRPr lang="en-AU"/>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93749" y="152400"/>
            <a:ext cx="939501" cy="939501"/>
          </a:xfrm>
          <a:prstGeom prst="rect">
            <a:avLst/>
          </a:prstGeom>
        </p:spPr>
      </p:pic>
      <p:sp>
        <p:nvSpPr>
          <p:cNvPr id="10" name="Title 1"/>
          <p:cNvSpPr>
            <a:spLocks noGrp="1"/>
          </p:cNvSpPr>
          <p:nvPr>
            <p:ph type="title"/>
          </p:nvPr>
        </p:nvSpPr>
        <p:spPr>
          <a:xfrm>
            <a:off x="838200" y="365126"/>
            <a:ext cx="10515600" cy="726776"/>
          </a:xfrm>
        </p:spPr>
        <p:txBody>
          <a:bodyPr>
            <a:noAutofit/>
          </a:bodyPr>
          <a:lstStyle>
            <a:lvl1pPr>
              <a:defRPr sz="4000">
                <a:solidFill>
                  <a:srgbClr val="2DA7DF"/>
                </a:solidFill>
              </a:defRPr>
            </a:lvl1pPr>
          </a:lstStyle>
          <a:p>
            <a:r>
              <a:rPr lang="en-US"/>
              <a:t>Click to edit Master title style</a:t>
            </a:r>
            <a:endParaRPr lang="en-AU" dirty="0"/>
          </a:p>
        </p:txBody>
      </p:sp>
      <p:sp>
        <p:nvSpPr>
          <p:cNvPr id="15" name="TextBox 14"/>
          <p:cNvSpPr txBox="1"/>
          <p:nvPr userDrawn="1"/>
        </p:nvSpPr>
        <p:spPr>
          <a:xfrm>
            <a:off x="205093" y="6356350"/>
            <a:ext cx="5733826" cy="338554"/>
          </a:xfrm>
          <a:prstGeom prst="rect">
            <a:avLst/>
          </a:prstGeom>
          <a:noFill/>
        </p:spPr>
        <p:txBody>
          <a:bodyPr wrap="square" rtlCol="0">
            <a:spAutoFit/>
          </a:bodyPr>
          <a:lstStyle/>
          <a:p>
            <a:r>
              <a:rPr lang="en-AU" sz="1600" b="1" dirty="0">
                <a:solidFill>
                  <a:schemeClr val="bg1">
                    <a:lumMod val="85000"/>
                  </a:schemeClr>
                </a:solidFill>
                <a:latin typeface="Arial" panose="020B0604020202020204" pitchFamily="34" charset="0"/>
                <a:cs typeface="Arial" panose="020B0604020202020204" pitchFamily="34" charset="0"/>
              </a:rPr>
              <a:t>www.planittesting.com</a:t>
            </a:r>
          </a:p>
        </p:txBody>
      </p:sp>
      <p:sp>
        <p:nvSpPr>
          <p:cNvPr id="14" name="Content Placeholder 2"/>
          <p:cNvSpPr>
            <a:spLocks noGrp="1"/>
          </p:cNvSpPr>
          <p:nvPr>
            <p:ph sz="half" idx="13"/>
          </p:nvPr>
        </p:nvSpPr>
        <p:spPr>
          <a:xfrm>
            <a:off x="6205128" y="1304627"/>
            <a:ext cx="2465208" cy="2309430"/>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6" name="Content Placeholder 3"/>
          <p:cNvSpPr>
            <a:spLocks noGrp="1"/>
          </p:cNvSpPr>
          <p:nvPr>
            <p:ph sz="half" idx="14"/>
          </p:nvPr>
        </p:nvSpPr>
        <p:spPr>
          <a:xfrm>
            <a:off x="8888592" y="1304627"/>
            <a:ext cx="2465208" cy="2309430"/>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18" name="Content Placeholder 2"/>
          <p:cNvSpPr>
            <a:spLocks noGrp="1"/>
          </p:cNvSpPr>
          <p:nvPr>
            <p:ph sz="half" idx="15"/>
          </p:nvPr>
        </p:nvSpPr>
        <p:spPr>
          <a:xfrm>
            <a:off x="838200" y="3826782"/>
            <a:ext cx="2465208" cy="2309430"/>
          </a:xfrm>
          <a:solidFill>
            <a:srgbClr val="DDF0FB"/>
          </a:solidFill>
        </p:spPr>
        <p:txBody>
          <a:bodyPr/>
          <a:lstStyle>
            <a:lvl1pPr marL="0" indent="0" algn="ctr">
              <a:spcBef>
                <a:spcPts val="600"/>
              </a:spcBef>
              <a:spcAft>
                <a:spcPts val="600"/>
              </a:spcAft>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9" name="Content Placeholder 3"/>
          <p:cNvSpPr>
            <a:spLocks noGrp="1"/>
          </p:cNvSpPr>
          <p:nvPr>
            <p:ph sz="half" idx="16"/>
          </p:nvPr>
        </p:nvSpPr>
        <p:spPr>
          <a:xfrm>
            <a:off x="3521664" y="3826782"/>
            <a:ext cx="2465208" cy="2309430"/>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20" name="Content Placeholder 2"/>
          <p:cNvSpPr>
            <a:spLocks noGrp="1"/>
          </p:cNvSpPr>
          <p:nvPr>
            <p:ph sz="half" idx="17"/>
          </p:nvPr>
        </p:nvSpPr>
        <p:spPr>
          <a:xfrm>
            <a:off x="6205128" y="3826782"/>
            <a:ext cx="2465208" cy="2309430"/>
          </a:xfrm>
          <a:solidFill>
            <a:srgbClr val="DDF0FB"/>
          </a:solidFill>
        </p:spPr>
        <p:txBody>
          <a:bodyPr/>
          <a:lstStyle>
            <a:lvl1pPr algn="ctr">
              <a:spcBef>
                <a:spcPts val="600"/>
              </a:spcBef>
              <a:spcAft>
                <a:spcPts val="600"/>
              </a:spcAft>
              <a:defRPr/>
            </a:lvl1pPr>
          </a:lstStyle>
          <a:p>
            <a:pPr lvl="0"/>
            <a:r>
              <a:rPr lang="en-US"/>
              <a:t>Click to edit Master text styles</a:t>
            </a:r>
          </a:p>
        </p:txBody>
      </p:sp>
      <p:sp>
        <p:nvSpPr>
          <p:cNvPr id="21" name="Content Placeholder 3"/>
          <p:cNvSpPr>
            <a:spLocks noGrp="1"/>
          </p:cNvSpPr>
          <p:nvPr>
            <p:ph sz="half" idx="18"/>
          </p:nvPr>
        </p:nvSpPr>
        <p:spPr>
          <a:xfrm>
            <a:off x="8888592" y="3826782"/>
            <a:ext cx="2465208" cy="2309430"/>
          </a:xfrm>
          <a:solidFill>
            <a:srgbClr val="DDF0FB"/>
          </a:solidFill>
        </p:spPr>
        <p:txBody>
          <a:bodyPr/>
          <a:lstStyle>
            <a:lvl1pPr algn="ctr">
              <a:spcBef>
                <a:spcPts val="600"/>
              </a:spcBef>
              <a:spcAft>
                <a:spcPts val="600"/>
              </a:spcAft>
              <a:defRPr/>
            </a:lvl1pPr>
          </a:lstStyle>
          <a:p>
            <a:pPr lvl="0"/>
            <a:r>
              <a:rPr lang="en-US"/>
              <a:t>Click to edit Master text styles</a:t>
            </a:r>
          </a:p>
        </p:txBody>
      </p:sp>
    </p:spTree>
    <p:extLst>
      <p:ext uri="{BB962C8B-B14F-4D97-AF65-F5344CB8AC3E}">
        <p14:creationId xmlns:p14="http://schemas.microsoft.com/office/powerpoint/2010/main" val="4139805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p:cNvSpPr>
            <a:spLocks noGrp="1"/>
          </p:cNvSpPr>
          <p:nvPr>
            <p:ph type="ftr" sz="quarter" idx="3"/>
          </p:nvPr>
        </p:nvSpPr>
        <p:spPr>
          <a:xfrm>
            <a:off x="9446012" y="6356350"/>
            <a:ext cx="2458122" cy="365125"/>
          </a:xfrm>
          <a:prstGeom prst="rect">
            <a:avLst/>
          </a:prstGeom>
        </p:spPr>
        <p:txBody>
          <a:bodyPr vert="horz" lIns="91440" tIns="45720" rIns="91440" bIns="45720" rtlCol="0" anchor="ctr"/>
          <a:lstStyle>
            <a:lvl1pPr algn="l">
              <a:defRPr sz="1200">
                <a:solidFill>
                  <a:schemeClr val="bg1">
                    <a:lumMod val="75000"/>
                  </a:schemeClr>
                </a:solidFill>
                <a:latin typeface="Arial" panose="020B0604020202020204" pitchFamily="34" charset="0"/>
                <a:cs typeface="Arial" panose="020B0604020202020204" pitchFamily="34" charset="0"/>
              </a:defRPr>
            </a:lvl1pPr>
          </a:lstStyle>
          <a:p>
            <a:r>
              <a:rPr lang="en-AU"/>
              <a:t>© Planit Software Testing</a:t>
            </a:r>
            <a:endParaRPr lang="en-AU" dirty="0"/>
          </a:p>
        </p:txBody>
      </p:sp>
      <p:sp>
        <p:nvSpPr>
          <p:cNvPr id="6" name="Slide Number Placeholder 5"/>
          <p:cNvSpPr>
            <a:spLocks noGrp="1"/>
          </p:cNvSpPr>
          <p:nvPr>
            <p:ph type="sldNum" sz="quarter" idx="4"/>
          </p:nvPr>
        </p:nvSpPr>
        <p:spPr>
          <a:xfrm>
            <a:off x="11543258" y="6356350"/>
            <a:ext cx="445546" cy="365125"/>
          </a:xfrm>
          <a:prstGeom prst="rect">
            <a:avLst/>
          </a:prstGeom>
        </p:spPr>
        <p:txBody>
          <a:bodyPr vert="horz" lIns="91440" tIns="45720" rIns="91440" bIns="45720" rtlCol="0" anchor="ctr"/>
          <a:lstStyle>
            <a:lvl1pPr algn="r">
              <a:defRPr sz="1200">
                <a:solidFill>
                  <a:schemeClr val="bg1">
                    <a:lumMod val="75000"/>
                  </a:schemeClr>
                </a:solidFill>
                <a:latin typeface="Arial" panose="020B0604020202020204" pitchFamily="34" charset="0"/>
                <a:cs typeface="Arial" panose="020B0604020202020204" pitchFamily="34" charset="0"/>
              </a:defRPr>
            </a:lvl1pPr>
          </a:lstStyle>
          <a:p>
            <a:fld id="{B343C9CB-C555-4E9B-92D9-067BF6B13A25}" type="slidenum">
              <a:rPr lang="en-AU" smtClean="0"/>
              <a:pPr/>
              <a:t>‹#›</a:t>
            </a:fld>
            <a:endParaRPr lang="en-AU" dirty="0"/>
          </a:p>
        </p:txBody>
      </p:sp>
      <p:cxnSp>
        <p:nvCxnSpPr>
          <p:cNvPr id="7" name="Straight Connector 6"/>
          <p:cNvCxnSpPr/>
          <p:nvPr userDrawn="1"/>
        </p:nvCxnSpPr>
        <p:spPr>
          <a:xfrm>
            <a:off x="12255500" y="6194426"/>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12255500" y="1298279"/>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254000" y="6194426"/>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254000" y="1298279"/>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rot="16200000">
            <a:off x="11277600" y="7015163"/>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rot="16200000">
            <a:off x="749300" y="7002463"/>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rot="16200000">
            <a:off x="11277600" y="-165100"/>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rot="16200000">
            <a:off x="749300" y="-177800"/>
            <a:ext cx="177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3703184"/>
      </p:ext>
    </p:extLst>
  </p:cSld>
  <p:clrMap bg1="lt1" tx1="dk1" bg2="lt2" tx2="dk2" accent1="accent1" accent2="accent2" accent3="accent3" accent4="accent4" accent5="accent5" accent6="accent6" hlink="hlink" folHlink="folHlink"/>
  <p:sldLayoutIdLst>
    <p:sldLayoutId id="2147483697" r:id="rId1"/>
    <p:sldLayoutId id="2147483663" r:id="rId2"/>
    <p:sldLayoutId id="2147483649" r:id="rId3"/>
    <p:sldLayoutId id="2147483693" r:id="rId4"/>
    <p:sldLayoutId id="2147483694" r:id="rId5"/>
    <p:sldLayoutId id="2147483653" r:id="rId6"/>
    <p:sldLayoutId id="2147483650" r:id="rId7"/>
    <p:sldLayoutId id="2147483661" r:id="rId8"/>
    <p:sldLayoutId id="2147483660" r:id="rId9"/>
    <p:sldLayoutId id="2147483651" r:id="rId10"/>
    <p:sldLayoutId id="2147483678" r:id="rId11"/>
    <p:sldLayoutId id="2147483679" r:id="rId12"/>
    <p:sldLayoutId id="2147483680" r:id="rId13"/>
    <p:sldLayoutId id="2147483666" r:id="rId14"/>
    <p:sldLayoutId id="2147483692" r:id="rId15"/>
    <p:sldLayoutId id="2147483662" r:id="rId16"/>
    <p:sldLayoutId id="2147483695" r:id="rId17"/>
    <p:sldLayoutId id="2147483691" r:id="rId18"/>
    <p:sldLayoutId id="2147483664" r:id="rId19"/>
    <p:sldLayoutId id="2147483696" r:id="rId20"/>
    <p:sldLayoutId id="2147483652" r:id="rId21"/>
    <p:sldLayoutId id="2147483675" r:id="rId22"/>
    <p:sldLayoutId id="2147483676" r:id="rId23"/>
    <p:sldLayoutId id="2147483677" r:id="rId24"/>
    <p:sldLayoutId id="2147483674" r:id="rId25"/>
    <p:sldLayoutId id="2147483673" r:id="rId26"/>
    <p:sldLayoutId id="2147483667" r:id="rId27"/>
    <p:sldLayoutId id="2147483670" r:id="rId28"/>
    <p:sldLayoutId id="2147483668" r:id="rId29"/>
    <p:sldLayoutId id="2147483672" r:id="rId30"/>
    <p:sldLayoutId id="2147483671" r:id="rId31"/>
    <p:sldLayoutId id="2147483669" r:id="rId32"/>
    <p:sldLayoutId id="2147483681" r:id="rId33"/>
    <p:sldLayoutId id="2147483685" r:id="rId34"/>
    <p:sldLayoutId id="2147483683" r:id="rId35"/>
    <p:sldLayoutId id="2147483682" r:id="rId36"/>
    <p:sldLayoutId id="2147483686" r:id="rId37"/>
    <p:sldLayoutId id="2147483684" r:id="rId38"/>
    <p:sldLayoutId id="2147483687" r:id="rId39"/>
    <p:sldLayoutId id="2147483688" r:id="rId40"/>
    <p:sldLayoutId id="2147483689" r:id="rId41"/>
  </p:sldLayoutIdLst>
  <p:timing>
    <p:tnLst>
      <p:par>
        <p:cTn id="1" dur="indefinite" restart="never" nodeType="tmRoot"/>
      </p:par>
    </p:tnLst>
  </p:timing>
  <p:hf hdr="0" dt="0"/>
  <p:txStyles>
    <p:titleStyle>
      <a:lvl1pPr algn="l" defTabSz="914400" rtl="0" eaLnBrk="1" latinLnBrk="0" hangingPunct="1">
        <a:lnSpc>
          <a:spcPct val="90000"/>
        </a:lnSpc>
        <a:spcBef>
          <a:spcPct val="0"/>
        </a:spcBef>
        <a:buNone/>
        <a:defRPr sz="4000" kern="1200">
          <a:solidFill>
            <a:srgbClr val="2DA7DF"/>
          </a:solidFill>
          <a:latin typeface="Arial" panose="020B0604020202020204" pitchFamily="34" charset="0"/>
          <a:ea typeface="+mj-ea"/>
          <a:cs typeface="Arial" panose="020B0604020202020204" pitchFamily="34" charset="0"/>
        </a:defRPr>
      </a:lvl1pPr>
    </p:titleStyle>
    <p:bodyStyle>
      <a:lvl1pPr marL="0" indent="0" algn="just" defTabSz="914400" rtl="0" eaLnBrk="1" latinLnBrk="0" hangingPunct="1">
        <a:lnSpc>
          <a:spcPct val="100000"/>
        </a:lnSpc>
        <a:spcBef>
          <a:spcPts val="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1pPr>
      <a:lvl2pPr marL="685800" indent="-228600" algn="just"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just" defTabSz="914400" rtl="0" eaLnBrk="1" latinLnBrk="0" hangingPunct="1">
        <a:lnSpc>
          <a:spcPct val="100000"/>
        </a:lnSpc>
        <a:spcBef>
          <a:spcPts val="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just" defTabSz="914400" rtl="0" eaLnBrk="1" latinLnBrk="0" hangingPunct="1">
        <a:lnSpc>
          <a:spcPct val="100000"/>
        </a:lnSpc>
        <a:spcBef>
          <a:spcPts val="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just" defTabSz="914400" rtl="0" eaLnBrk="1" latinLnBrk="0" hangingPunct="1">
        <a:lnSpc>
          <a:spcPct val="100000"/>
        </a:lnSpc>
        <a:spcBef>
          <a:spcPts val="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3.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9.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a:xfrm>
            <a:off x="7020859" y="4642110"/>
            <a:ext cx="4615709" cy="1062715"/>
          </a:xfrm>
        </p:spPr>
        <p:txBody>
          <a:bodyPr>
            <a:normAutofit/>
          </a:bodyPr>
          <a:lstStyle/>
          <a:p>
            <a:r>
              <a:rPr lang="en-AU" dirty="0" smtClean="0"/>
              <a:t>Siddharth Mirani</a:t>
            </a:r>
          </a:p>
          <a:p>
            <a:r>
              <a:rPr lang="en-AU" dirty="0" smtClean="0"/>
              <a:t>Dated </a:t>
            </a:r>
            <a:r>
              <a:rPr lang="en-AU" dirty="0" smtClean="0"/>
              <a:t>29</a:t>
            </a:r>
            <a:r>
              <a:rPr lang="en-AU" baseline="30000" dirty="0" smtClean="0"/>
              <a:t>th</a:t>
            </a:r>
            <a:r>
              <a:rPr lang="en-AU" dirty="0" smtClean="0"/>
              <a:t>  </a:t>
            </a:r>
            <a:r>
              <a:rPr lang="en-AU" dirty="0" smtClean="0"/>
              <a:t>November 2017</a:t>
            </a:r>
          </a:p>
          <a:p>
            <a:endParaRPr lang="en-AU" dirty="0"/>
          </a:p>
        </p:txBody>
      </p:sp>
      <p:sp>
        <p:nvSpPr>
          <p:cNvPr id="4" name="Footer Placeholder 3"/>
          <p:cNvSpPr>
            <a:spLocks noGrp="1"/>
          </p:cNvSpPr>
          <p:nvPr>
            <p:ph type="ftr" sz="quarter" idx="11"/>
          </p:nvPr>
        </p:nvSpPr>
        <p:spPr/>
        <p:txBody>
          <a:bodyPr/>
          <a:lstStyle/>
          <a:p>
            <a:r>
              <a:rPr lang="en-AU" dirty="0"/>
              <a:t>© Planit Software Testing</a:t>
            </a:r>
          </a:p>
        </p:txBody>
      </p:sp>
      <p:sp>
        <p:nvSpPr>
          <p:cNvPr id="5" name="Slide Number Placeholder 4"/>
          <p:cNvSpPr>
            <a:spLocks noGrp="1"/>
          </p:cNvSpPr>
          <p:nvPr>
            <p:ph type="sldNum" sz="quarter" idx="12"/>
          </p:nvPr>
        </p:nvSpPr>
        <p:spPr/>
        <p:txBody>
          <a:bodyPr/>
          <a:lstStyle/>
          <a:p>
            <a:fld id="{B343C9CB-C555-4E9B-92D9-067BF6B13A25}" type="slidenum">
              <a:rPr lang="en-AU" smtClean="0"/>
              <a:pPr/>
              <a:t>1</a:t>
            </a:fld>
            <a:endParaRPr lang="en-AU" dirty="0"/>
          </a:p>
        </p:txBody>
      </p:sp>
      <p:sp>
        <p:nvSpPr>
          <p:cNvPr id="3" name="Title 2"/>
          <p:cNvSpPr>
            <a:spLocks noGrp="1"/>
          </p:cNvSpPr>
          <p:nvPr>
            <p:ph type="ctrTitle"/>
          </p:nvPr>
        </p:nvSpPr>
        <p:spPr>
          <a:xfrm>
            <a:off x="6912683" y="2647502"/>
            <a:ext cx="6226866" cy="1732755"/>
          </a:xfrm>
        </p:spPr>
        <p:txBody>
          <a:bodyPr>
            <a:noAutofit/>
          </a:bodyPr>
          <a:lstStyle/>
          <a:p>
            <a:r>
              <a:rPr lang="en-US" sz="2400" b="1" dirty="0" smtClean="0"/>
              <a:t>Functional Testing services for </a:t>
            </a:r>
            <a:br>
              <a:rPr lang="en-US" sz="2400" b="1" dirty="0" smtClean="0"/>
            </a:br>
            <a:r>
              <a:rPr lang="en-US" sz="2400" b="1" dirty="0" smtClean="0"/>
              <a:t>Fast Lane Application</a:t>
            </a:r>
            <a:endParaRPr lang="en-US" sz="2400" dirty="0"/>
          </a:p>
        </p:txBody>
      </p:sp>
      <p:pic>
        <p:nvPicPr>
          <p:cNvPr id="7" name="Picture 6"/>
          <p:cNvPicPr/>
          <p:nvPr/>
        </p:nvPicPr>
        <p:blipFill>
          <a:blip r:embed="rId4">
            <a:extLst>
              <a:ext uri="{28A0092B-C50C-407E-A947-70E740481C1C}">
                <a14:useLocalDpi xmlns:a14="http://schemas.microsoft.com/office/drawing/2010/main" val="0"/>
              </a:ext>
            </a:extLst>
          </a:blip>
          <a:stretch>
            <a:fillRect/>
          </a:stretch>
        </p:blipFill>
        <p:spPr>
          <a:xfrm>
            <a:off x="7057953" y="2269914"/>
            <a:ext cx="2270760" cy="1243965"/>
          </a:xfrm>
          <a:prstGeom prst="rect">
            <a:avLst/>
          </a:prstGeom>
        </p:spPr>
      </p:pic>
    </p:spTree>
    <p:custDataLst>
      <p:tags r:id="rId1"/>
    </p:custDataLst>
    <p:extLst>
      <p:ext uri="{BB962C8B-B14F-4D97-AF65-F5344CB8AC3E}">
        <p14:creationId xmlns:p14="http://schemas.microsoft.com/office/powerpoint/2010/main" val="10737563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6"/>
          <p:cNvSpPr>
            <a:spLocks noGrp="1"/>
          </p:cNvSpPr>
          <p:nvPr>
            <p:ph type="title"/>
          </p:nvPr>
        </p:nvSpPr>
        <p:spPr>
          <a:xfrm>
            <a:off x="442913" y="314328"/>
            <a:ext cx="10910887" cy="849014"/>
          </a:xfrm>
        </p:spPr>
        <p:txBody>
          <a:bodyPr vert="horz" lIns="91440" tIns="45720" rIns="91440" bIns="45720" rtlCol="0" anchor="b">
            <a:normAutofit/>
          </a:bodyPr>
          <a:lstStyle/>
          <a:p>
            <a:r>
              <a:rPr lang="en-US" sz="3200" dirty="0"/>
              <a:t>Outline</a:t>
            </a:r>
            <a:endParaRPr lang="en-AU" sz="3200" dirty="0"/>
          </a:p>
        </p:txBody>
      </p:sp>
      <p:sp>
        <p:nvSpPr>
          <p:cNvPr id="3" name="Footer Placeholder 2"/>
          <p:cNvSpPr>
            <a:spLocks noGrp="1"/>
          </p:cNvSpPr>
          <p:nvPr>
            <p:ph type="ftr" sz="quarter" idx="11"/>
          </p:nvPr>
        </p:nvSpPr>
        <p:spPr/>
        <p:txBody>
          <a:bodyPr/>
          <a:lstStyle/>
          <a:p>
            <a:r>
              <a:rPr lang="en-AU"/>
              <a:t>© Planit Software Testing</a:t>
            </a:r>
            <a:endParaRPr lang="en-AU" dirty="0"/>
          </a:p>
        </p:txBody>
      </p:sp>
      <p:sp>
        <p:nvSpPr>
          <p:cNvPr id="4" name="Slide Number Placeholder 3"/>
          <p:cNvSpPr>
            <a:spLocks noGrp="1"/>
          </p:cNvSpPr>
          <p:nvPr>
            <p:ph type="sldNum" sz="quarter" idx="12"/>
          </p:nvPr>
        </p:nvSpPr>
        <p:spPr/>
        <p:txBody>
          <a:bodyPr/>
          <a:lstStyle/>
          <a:p>
            <a:fld id="{B343C9CB-C555-4E9B-92D9-067BF6B13A25}" type="slidenum">
              <a:rPr lang="en-AU" smtClean="0"/>
              <a:pPr/>
              <a:t>2</a:t>
            </a:fld>
            <a:endParaRPr lang="en-AU"/>
          </a:p>
        </p:txBody>
      </p:sp>
      <p:graphicFrame>
        <p:nvGraphicFramePr>
          <p:cNvPr id="5" name="Table 4"/>
          <p:cNvGraphicFramePr>
            <a:graphicFrameLocks noGrp="1"/>
          </p:cNvGraphicFramePr>
          <p:nvPr>
            <p:extLst>
              <p:ext uri="{D42A27DB-BD31-4B8C-83A1-F6EECF244321}">
                <p14:modId xmlns:p14="http://schemas.microsoft.com/office/powerpoint/2010/main" val="1483441650"/>
              </p:ext>
            </p:extLst>
          </p:nvPr>
        </p:nvGraphicFramePr>
        <p:xfrm>
          <a:off x="2384425" y="1938866"/>
          <a:ext cx="6273800" cy="370840"/>
        </p:xfrm>
        <a:graphic>
          <a:graphicData uri="http://schemas.openxmlformats.org/drawingml/2006/table">
            <a:tbl>
              <a:tblPr firstRow="1" bandRow="1">
                <a:tableStyleId>{5C22544A-7EE6-4342-B048-85BDC9FD1C3A}</a:tableStyleId>
              </a:tblPr>
              <a:tblGrid>
                <a:gridCol w="6273800">
                  <a:extLst>
                    <a:ext uri="{9D8B030D-6E8A-4147-A177-3AD203B41FA5}">
                      <a16:colId xmlns:a16="http://schemas.microsoft.com/office/drawing/2014/main" val="954782023"/>
                    </a:ext>
                  </a:extLst>
                </a:gridCol>
              </a:tblGrid>
              <a:tr h="370840">
                <a:tc>
                  <a:txBody>
                    <a:bodyPr/>
                    <a:lstStyle/>
                    <a:p>
                      <a:r>
                        <a:rPr lang="en-US" dirty="0" smtClean="0"/>
                        <a:t>Executive</a:t>
                      </a:r>
                      <a:r>
                        <a:rPr lang="en-US" baseline="0" dirty="0" smtClean="0"/>
                        <a:t> Summary</a:t>
                      </a:r>
                      <a:endParaRPr lang="en-US" dirty="0"/>
                    </a:p>
                  </a:txBody>
                  <a:tcPr/>
                </a:tc>
                <a:extLst>
                  <a:ext uri="{0D108BD9-81ED-4DB2-BD59-A6C34878D82A}">
                    <a16:rowId xmlns:a16="http://schemas.microsoft.com/office/drawing/2014/main" val="3920285361"/>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785614135"/>
              </p:ext>
            </p:extLst>
          </p:nvPr>
        </p:nvGraphicFramePr>
        <p:xfrm>
          <a:off x="2384425" y="2689260"/>
          <a:ext cx="6273800" cy="370840"/>
        </p:xfrm>
        <a:graphic>
          <a:graphicData uri="http://schemas.openxmlformats.org/drawingml/2006/table">
            <a:tbl>
              <a:tblPr firstRow="1" bandRow="1">
                <a:tableStyleId>{5C22544A-7EE6-4342-B048-85BDC9FD1C3A}</a:tableStyleId>
              </a:tblPr>
              <a:tblGrid>
                <a:gridCol w="6273800">
                  <a:extLst>
                    <a:ext uri="{9D8B030D-6E8A-4147-A177-3AD203B41FA5}">
                      <a16:colId xmlns:a16="http://schemas.microsoft.com/office/drawing/2014/main" val="954782023"/>
                    </a:ext>
                  </a:extLst>
                </a:gridCol>
              </a:tblGrid>
              <a:tr h="370840">
                <a:tc>
                  <a:txBody>
                    <a:bodyPr/>
                    <a:lstStyle/>
                    <a:p>
                      <a:r>
                        <a:rPr lang="en-US" dirty="0" smtClean="0"/>
                        <a:t>Scope</a:t>
                      </a:r>
                      <a:r>
                        <a:rPr lang="en-US" baseline="0" dirty="0" smtClean="0"/>
                        <a:t> &amp; Responsibilities</a:t>
                      </a:r>
                      <a:endParaRPr lang="en-US" dirty="0"/>
                    </a:p>
                  </a:txBody>
                  <a:tcPr/>
                </a:tc>
                <a:extLst>
                  <a:ext uri="{0D108BD9-81ED-4DB2-BD59-A6C34878D82A}">
                    <a16:rowId xmlns:a16="http://schemas.microsoft.com/office/drawing/2014/main" val="3920285361"/>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2086538483"/>
              </p:ext>
            </p:extLst>
          </p:nvPr>
        </p:nvGraphicFramePr>
        <p:xfrm>
          <a:off x="2384425" y="3381188"/>
          <a:ext cx="6273800" cy="370840"/>
        </p:xfrm>
        <a:graphic>
          <a:graphicData uri="http://schemas.openxmlformats.org/drawingml/2006/table">
            <a:tbl>
              <a:tblPr firstRow="1" bandRow="1">
                <a:tableStyleId>{5C22544A-7EE6-4342-B048-85BDC9FD1C3A}</a:tableStyleId>
              </a:tblPr>
              <a:tblGrid>
                <a:gridCol w="6273800">
                  <a:extLst>
                    <a:ext uri="{9D8B030D-6E8A-4147-A177-3AD203B41FA5}">
                      <a16:colId xmlns:a16="http://schemas.microsoft.com/office/drawing/2014/main" val="954782023"/>
                    </a:ext>
                  </a:extLst>
                </a:gridCol>
              </a:tblGrid>
              <a:tr h="370840">
                <a:tc>
                  <a:txBody>
                    <a:bodyPr/>
                    <a:lstStyle/>
                    <a:p>
                      <a:r>
                        <a:rPr lang="en-US" dirty="0" smtClean="0"/>
                        <a:t>Deliverables</a:t>
                      </a:r>
                      <a:endParaRPr lang="en-US" dirty="0"/>
                    </a:p>
                  </a:txBody>
                  <a:tcPr/>
                </a:tc>
                <a:extLst>
                  <a:ext uri="{0D108BD9-81ED-4DB2-BD59-A6C34878D82A}">
                    <a16:rowId xmlns:a16="http://schemas.microsoft.com/office/drawing/2014/main" val="3920285361"/>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8639365"/>
              </p:ext>
            </p:extLst>
          </p:nvPr>
        </p:nvGraphicFramePr>
        <p:xfrm>
          <a:off x="2355850" y="4808604"/>
          <a:ext cx="6273800" cy="370840"/>
        </p:xfrm>
        <a:graphic>
          <a:graphicData uri="http://schemas.openxmlformats.org/drawingml/2006/table">
            <a:tbl>
              <a:tblPr firstRow="1" bandRow="1">
                <a:tableStyleId>{5C22544A-7EE6-4342-B048-85BDC9FD1C3A}</a:tableStyleId>
              </a:tblPr>
              <a:tblGrid>
                <a:gridCol w="6273800">
                  <a:extLst>
                    <a:ext uri="{9D8B030D-6E8A-4147-A177-3AD203B41FA5}">
                      <a16:colId xmlns:a16="http://schemas.microsoft.com/office/drawing/2014/main" val="954782023"/>
                    </a:ext>
                  </a:extLst>
                </a:gridCol>
              </a:tblGrid>
              <a:tr h="370840">
                <a:tc>
                  <a:txBody>
                    <a:bodyPr/>
                    <a:lstStyle/>
                    <a:p>
                      <a:r>
                        <a:rPr lang="en-US" dirty="0" smtClean="0"/>
                        <a:t>Commercials</a:t>
                      </a:r>
                      <a:endParaRPr lang="en-US" dirty="0"/>
                    </a:p>
                  </a:txBody>
                  <a:tcPr/>
                </a:tc>
                <a:extLst>
                  <a:ext uri="{0D108BD9-81ED-4DB2-BD59-A6C34878D82A}">
                    <a16:rowId xmlns:a16="http://schemas.microsoft.com/office/drawing/2014/main" val="3920285361"/>
                  </a:ext>
                </a:extLst>
              </a:tr>
            </a:tbl>
          </a:graphicData>
        </a:graphic>
      </p:graphicFrame>
      <p:sp>
        <p:nvSpPr>
          <p:cNvPr id="6" name="Oval 5"/>
          <p:cNvSpPr/>
          <p:nvPr/>
        </p:nvSpPr>
        <p:spPr>
          <a:xfrm>
            <a:off x="1647825" y="1883544"/>
            <a:ext cx="476250" cy="49953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a:t>
            </a:r>
          </a:p>
        </p:txBody>
      </p:sp>
      <p:sp>
        <p:nvSpPr>
          <p:cNvPr id="17" name="Oval 16"/>
          <p:cNvSpPr/>
          <p:nvPr/>
        </p:nvSpPr>
        <p:spPr>
          <a:xfrm>
            <a:off x="1647825" y="2624913"/>
            <a:ext cx="476250" cy="49953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2</a:t>
            </a:r>
            <a:endParaRPr lang="en-US" sz="2400" dirty="0">
              <a:solidFill>
                <a:schemeClr val="tx1"/>
              </a:solidFill>
            </a:endParaRPr>
          </a:p>
        </p:txBody>
      </p:sp>
      <p:sp>
        <p:nvSpPr>
          <p:cNvPr id="18" name="Oval 17"/>
          <p:cNvSpPr/>
          <p:nvPr/>
        </p:nvSpPr>
        <p:spPr>
          <a:xfrm>
            <a:off x="1676400" y="3311249"/>
            <a:ext cx="476250" cy="49953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3</a:t>
            </a:r>
            <a:endParaRPr lang="en-US" sz="2400" dirty="0">
              <a:solidFill>
                <a:schemeClr val="tx1"/>
              </a:solidFill>
            </a:endParaRPr>
          </a:p>
        </p:txBody>
      </p:sp>
      <p:sp>
        <p:nvSpPr>
          <p:cNvPr id="19" name="Oval 18"/>
          <p:cNvSpPr/>
          <p:nvPr/>
        </p:nvSpPr>
        <p:spPr>
          <a:xfrm>
            <a:off x="1647825" y="4754619"/>
            <a:ext cx="476250" cy="49953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5</a:t>
            </a:r>
            <a:endParaRPr lang="en-US" sz="2400" dirty="0">
              <a:solidFill>
                <a:schemeClr val="tx1"/>
              </a:solidFill>
            </a:endParaRPr>
          </a:p>
        </p:txBody>
      </p:sp>
      <p:graphicFrame>
        <p:nvGraphicFramePr>
          <p:cNvPr id="16" name="Table 15"/>
          <p:cNvGraphicFramePr>
            <a:graphicFrameLocks noGrp="1"/>
          </p:cNvGraphicFramePr>
          <p:nvPr>
            <p:extLst>
              <p:ext uri="{D42A27DB-BD31-4B8C-83A1-F6EECF244321}">
                <p14:modId xmlns:p14="http://schemas.microsoft.com/office/powerpoint/2010/main" val="1448101472"/>
              </p:ext>
            </p:extLst>
          </p:nvPr>
        </p:nvGraphicFramePr>
        <p:xfrm>
          <a:off x="2355850" y="4058210"/>
          <a:ext cx="6273800" cy="370840"/>
        </p:xfrm>
        <a:graphic>
          <a:graphicData uri="http://schemas.openxmlformats.org/drawingml/2006/table">
            <a:tbl>
              <a:tblPr firstRow="1" bandRow="1">
                <a:tableStyleId>{5C22544A-7EE6-4342-B048-85BDC9FD1C3A}</a:tableStyleId>
              </a:tblPr>
              <a:tblGrid>
                <a:gridCol w="6273800">
                  <a:extLst>
                    <a:ext uri="{9D8B030D-6E8A-4147-A177-3AD203B41FA5}">
                      <a16:colId xmlns:a16="http://schemas.microsoft.com/office/drawing/2014/main" val="954782023"/>
                    </a:ext>
                  </a:extLst>
                </a:gridCol>
              </a:tblGrid>
              <a:tr h="370840">
                <a:tc>
                  <a:txBody>
                    <a:bodyPr/>
                    <a:lstStyle/>
                    <a:p>
                      <a:r>
                        <a:rPr lang="en-US" dirty="0" smtClean="0"/>
                        <a:t>Project Milestones</a:t>
                      </a:r>
                      <a:endParaRPr lang="en-US" dirty="0"/>
                    </a:p>
                  </a:txBody>
                  <a:tcPr/>
                </a:tc>
                <a:extLst>
                  <a:ext uri="{0D108BD9-81ED-4DB2-BD59-A6C34878D82A}">
                    <a16:rowId xmlns:a16="http://schemas.microsoft.com/office/drawing/2014/main" val="3920285361"/>
                  </a:ext>
                </a:extLst>
              </a:tr>
            </a:tbl>
          </a:graphicData>
        </a:graphic>
      </p:graphicFrame>
      <p:sp>
        <p:nvSpPr>
          <p:cNvPr id="20" name="Oval 19"/>
          <p:cNvSpPr/>
          <p:nvPr/>
        </p:nvSpPr>
        <p:spPr>
          <a:xfrm>
            <a:off x="1647825" y="3988271"/>
            <a:ext cx="476250" cy="49953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rPr>
              <a:t>4</a:t>
            </a:r>
            <a:endParaRPr lang="en-US" sz="2400" dirty="0">
              <a:solidFill>
                <a:schemeClr val="tx1"/>
              </a:solidFill>
            </a:endParaRPr>
          </a:p>
        </p:txBody>
      </p:sp>
    </p:spTree>
    <p:custDataLst>
      <p:tags r:id="rId1"/>
    </p:custDataLst>
    <p:extLst>
      <p:ext uri="{BB962C8B-B14F-4D97-AF65-F5344CB8AC3E}">
        <p14:creationId xmlns:p14="http://schemas.microsoft.com/office/powerpoint/2010/main" val="8262871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Executive Summary</a:t>
            </a:r>
            <a:endParaRPr lang="en-US" dirty="0"/>
          </a:p>
        </p:txBody>
      </p:sp>
      <p:sp>
        <p:nvSpPr>
          <p:cNvPr id="4" name="Footer Placeholder 3"/>
          <p:cNvSpPr>
            <a:spLocks noGrp="1"/>
          </p:cNvSpPr>
          <p:nvPr>
            <p:ph type="ftr" sz="quarter" idx="11"/>
          </p:nvPr>
        </p:nvSpPr>
        <p:spPr/>
        <p:txBody>
          <a:bodyPr/>
          <a:lstStyle/>
          <a:p>
            <a:r>
              <a:rPr lang="en-AU" smtClean="0"/>
              <a:t>© Planit Software Testing</a:t>
            </a:r>
            <a:endParaRPr lang="en-AU" dirty="0"/>
          </a:p>
        </p:txBody>
      </p:sp>
      <p:sp>
        <p:nvSpPr>
          <p:cNvPr id="5" name="Slide Number Placeholder 4"/>
          <p:cNvSpPr>
            <a:spLocks noGrp="1"/>
          </p:cNvSpPr>
          <p:nvPr>
            <p:ph type="sldNum" sz="quarter" idx="12"/>
          </p:nvPr>
        </p:nvSpPr>
        <p:spPr/>
        <p:txBody>
          <a:bodyPr/>
          <a:lstStyle/>
          <a:p>
            <a:fld id="{B343C9CB-C555-4E9B-92D9-067BF6B13A25}" type="slidenum">
              <a:rPr lang="en-AU" smtClean="0"/>
              <a:pPr/>
              <a:t>3</a:t>
            </a:fld>
            <a:endParaRPr lang="en-AU" dirty="0"/>
          </a:p>
        </p:txBody>
      </p:sp>
      <p:sp>
        <p:nvSpPr>
          <p:cNvPr id="12" name="Rectangle 7"/>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Content Placeholder 12"/>
          <p:cNvSpPr>
            <a:spLocks noGrp="1"/>
          </p:cNvSpPr>
          <p:nvPr>
            <p:ph idx="1"/>
          </p:nvPr>
        </p:nvSpPr>
        <p:spPr>
          <a:xfrm>
            <a:off x="677504" y="1383285"/>
            <a:ext cx="10515600" cy="4872336"/>
          </a:xfrm>
        </p:spPr>
        <p:txBody>
          <a:bodyPr>
            <a:normAutofit fontScale="92500" lnSpcReduction="10000"/>
          </a:bodyPr>
          <a:lstStyle/>
          <a:p>
            <a:pPr lvl="0" eaLnBrk="0" fontAlgn="base" hangingPunct="0">
              <a:spcBef>
                <a:spcPct val="0"/>
              </a:spcBef>
              <a:spcAft>
                <a:spcPct val="0"/>
              </a:spcAft>
              <a:buFontTx/>
              <a:buChar char="•"/>
              <a:tabLst>
                <a:tab pos="119063" algn="l"/>
              </a:tabLst>
            </a:pPr>
            <a:r>
              <a:rPr lang="en-US" altLang="en-US" sz="1600" dirty="0" smtClean="0">
                <a:latin typeface="+mn-lt"/>
                <a:ea typeface="Calibri" panose="020F0502020204030204" pitchFamily="34" charset="0"/>
              </a:rPr>
              <a:t>Planit is pleased to submit a proposal to AGS and has partnered with them for varied testing requirements which keep coming in </a:t>
            </a:r>
            <a:r>
              <a:rPr lang="en-US" altLang="en-US" sz="1600" dirty="0" smtClean="0">
                <a:latin typeface="+mn-lt"/>
                <a:ea typeface="Calibri" panose="020F0502020204030204" pitchFamily="34" charset="0"/>
              </a:rPr>
              <a:t>     	from </a:t>
            </a:r>
            <a:r>
              <a:rPr lang="en-US" altLang="en-US" sz="1600" dirty="0" smtClean="0">
                <a:latin typeface="+mn-lt"/>
                <a:ea typeface="Calibri" panose="020F0502020204030204" pitchFamily="34" charset="0"/>
              </a:rPr>
              <a:t>AGS. These projects have been primarily envisaged in the area of functional Testing, Automation, Performance and varied </a:t>
            </a:r>
            <a:r>
              <a:rPr lang="en-US" altLang="en-US" sz="1600" dirty="0" smtClean="0">
                <a:latin typeface="+mn-lt"/>
                <a:ea typeface="Calibri" panose="020F0502020204030204" pitchFamily="34" charset="0"/>
              </a:rPr>
              <a:t>	initiatives </a:t>
            </a:r>
            <a:r>
              <a:rPr lang="en-US" altLang="en-US" sz="1600" dirty="0" smtClean="0">
                <a:latin typeface="+mn-lt"/>
                <a:ea typeface="Calibri" panose="020F0502020204030204" pitchFamily="34" charset="0"/>
              </a:rPr>
              <a:t>around different initiatives </a:t>
            </a:r>
          </a:p>
          <a:p>
            <a:pPr lvl="0" eaLnBrk="0" fontAlgn="base" hangingPunct="0">
              <a:spcBef>
                <a:spcPct val="0"/>
              </a:spcBef>
              <a:spcAft>
                <a:spcPct val="0"/>
              </a:spcAft>
              <a:buFontTx/>
              <a:buChar char="•"/>
              <a:tabLst>
                <a:tab pos="558800" algn="l"/>
              </a:tabLst>
            </a:pPr>
            <a:endParaRPr lang="en-US" altLang="en-US" sz="1600" dirty="0">
              <a:latin typeface="+mn-lt"/>
              <a:ea typeface="Calibri" panose="020F0502020204030204" pitchFamily="34" charset="0"/>
            </a:endParaRPr>
          </a:p>
          <a:p>
            <a:pPr lvl="0" eaLnBrk="0" fontAlgn="base" hangingPunct="0">
              <a:spcBef>
                <a:spcPct val="0"/>
              </a:spcBef>
              <a:spcAft>
                <a:spcPct val="0"/>
              </a:spcAft>
              <a:buFontTx/>
              <a:buChar char="•"/>
              <a:tabLst>
                <a:tab pos="119063" algn="l"/>
                <a:tab pos="627063" algn="l"/>
              </a:tabLst>
            </a:pPr>
            <a:r>
              <a:rPr lang="en-US" altLang="en-US" sz="1600" dirty="0" smtClean="0">
                <a:latin typeface="+mn-lt"/>
                <a:ea typeface="Calibri" panose="020F0502020204030204" pitchFamily="34" charset="0"/>
              </a:rPr>
              <a:t>Planit is pleased to have been considered for an opportunity to extend this relationship with AGS for their Fast </a:t>
            </a:r>
            <a:r>
              <a:rPr lang="en-US" altLang="en-US" sz="1600" dirty="0" smtClean="0">
                <a:latin typeface="+mn-lt"/>
                <a:ea typeface="Calibri" panose="020F0502020204030204" pitchFamily="34" charset="0"/>
              </a:rPr>
              <a:t>Lane </a:t>
            </a:r>
            <a:r>
              <a:rPr lang="en-US" altLang="en-US" sz="1600" dirty="0" smtClean="0">
                <a:latin typeface="+mn-lt"/>
                <a:ea typeface="Calibri" panose="020F0502020204030204" pitchFamily="34" charset="0"/>
              </a:rPr>
              <a:t>application </a:t>
            </a:r>
            <a:r>
              <a:rPr lang="en-US" altLang="en-US" sz="1600" dirty="0" smtClean="0">
                <a:latin typeface="+mn-lt"/>
                <a:ea typeface="Calibri" panose="020F0502020204030204" pitchFamily="34" charset="0"/>
              </a:rPr>
              <a:t>    	testing </a:t>
            </a:r>
            <a:endParaRPr lang="en-US" altLang="en-US" sz="1600" dirty="0" smtClean="0">
              <a:latin typeface="+mn-lt"/>
              <a:ea typeface="Calibri" panose="020F0502020204030204" pitchFamily="34" charset="0"/>
            </a:endParaRPr>
          </a:p>
          <a:p>
            <a:pPr lvl="0" eaLnBrk="0" fontAlgn="base" hangingPunct="0">
              <a:spcBef>
                <a:spcPct val="0"/>
              </a:spcBef>
              <a:spcAft>
                <a:spcPct val="0"/>
              </a:spcAft>
              <a:buFontTx/>
              <a:buChar char="•"/>
              <a:tabLst>
                <a:tab pos="558800" algn="l"/>
              </a:tabLst>
            </a:pPr>
            <a:endParaRPr lang="en-US" altLang="en-US" sz="1600" dirty="0">
              <a:latin typeface="+mn-lt"/>
              <a:ea typeface="Calibri" panose="020F0502020204030204" pitchFamily="34" charset="0"/>
            </a:endParaRPr>
          </a:p>
          <a:p>
            <a:pPr lvl="0" eaLnBrk="0" fontAlgn="base" hangingPunct="0">
              <a:spcBef>
                <a:spcPct val="0"/>
              </a:spcBef>
              <a:spcAft>
                <a:spcPct val="0"/>
              </a:spcAft>
              <a:buFontTx/>
              <a:buChar char="•"/>
              <a:tabLst>
                <a:tab pos="119063" algn="l"/>
              </a:tabLst>
            </a:pPr>
            <a:r>
              <a:rPr lang="en-US" altLang="en-US" sz="1600" dirty="0" smtClean="0">
                <a:latin typeface="+mn-lt"/>
                <a:ea typeface="Calibri" panose="020F0502020204030204" pitchFamily="34" charset="0"/>
              </a:rPr>
              <a:t>Our proposal envisages setting up a team which would be embedded within the existing testing team in AGS to carry out functional </a:t>
            </a:r>
            <a:r>
              <a:rPr lang="en-US" altLang="en-US" sz="1600" dirty="0" smtClean="0">
                <a:latin typeface="+mn-lt"/>
                <a:ea typeface="Calibri" panose="020F0502020204030204" pitchFamily="34" charset="0"/>
              </a:rPr>
              <a:t>   	and </a:t>
            </a:r>
            <a:r>
              <a:rPr lang="en-US" altLang="en-US" sz="1600" dirty="0" smtClean="0">
                <a:latin typeface="+mn-lt"/>
                <a:ea typeface="Calibri" panose="020F0502020204030204" pitchFamily="34" charset="0"/>
              </a:rPr>
              <a:t>user experience testing. This team would be provide support in the area of functional testing as per the product specifications </a:t>
            </a:r>
            <a:r>
              <a:rPr lang="en-US" altLang="en-US" sz="1600" dirty="0" smtClean="0">
                <a:latin typeface="+mn-lt"/>
                <a:ea typeface="Calibri" panose="020F0502020204030204" pitchFamily="34" charset="0"/>
              </a:rPr>
              <a:t>	and </a:t>
            </a:r>
            <a:r>
              <a:rPr lang="en-US" altLang="en-US" sz="1600" dirty="0" smtClean="0">
                <a:latin typeface="+mn-lt"/>
                <a:ea typeface="Calibri" panose="020F0502020204030204" pitchFamily="34" charset="0"/>
              </a:rPr>
              <a:t>ensure the quality of product into production post user experience and compatibility testing across multiple device </a:t>
            </a:r>
            <a:r>
              <a:rPr lang="en-US" altLang="en-US" sz="1600" dirty="0" smtClean="0">
                <a:latin typeface="+mn-lt"/>
                <a:ea typeface="Calibri" panose="020F0502020204030204" pitchFamily="34" charset="0"/>
              </a:rPr>
              <a:t>	combinations</a:t>
            </a:r>
            <a:endParaRPr lang="en-US" altLang="en-US" sz="1600" dirty="0" smtClean="0">
              <a:latin typeface="+mn-lt"/>
              <a:ea typeface="Calibri" panose="020F0502020204030204" pitchFamily="34" charset="0"/>
            </a:endParaRPr>
          </a:p>
          <a:p>
            <a:pPr lvl="0" eaLnBrk="0" fontAlgn="base" hangingPunct="0">
              <a:spcBef>
                <a:spcPct val="0"/>
              </a:spcBef>
              <a:spcAft>
                <a:spcPct val="0"/>
              </a:spcAft>
              <a:tabLst>
                <a:tab pos="558800" algn="l"/>
              </a:tabLst>
            </a:pPr>
            <a:endParaRPr lang="en-US" altLang="en-US" sz="1600" dirty="0">
              <a:latin typeface="+mn-lt"/>
              <a:ea typeface="Calibri" panose="020F0502020204030204" pitchFamily="34" charset="0"/>
            </a:endParaRPr>
          </a:p>
          <a:p>
            <a:pPr lvl="0" eaLnBrk="0" fontAlgn="base" hangingPunct="0">
              <a:spcBef>
                <a:spcPct val="0"/>
              </a:spcBef>
              <a:spcAft>
                <a:spcPct val="0"/>
              </a:spcAft>
              <a:buFontTx/>
              <a:buChar char="•"/>
              <a:tabLst>
                <a:tab pos="119063" algn="l"/>
              </a:tabLst>
            </a:pPr>
            <a:r>
              <a:rPr lang="en-US" altLang="en-US" sz="1600" dirty="0" smtClean="0">
                <a:latin typeface="+mn-lt"/>
                <a:ea typeface="Calibri" panose="020F0502020204030204" pitchFamily="34" charset="0"/>
              </a:rPr>
              <a:t>Planit would deploy testing team for the project  with relevant skills and experience working within AGS &amp; Planit premises for this </a:t>
            </a:r>
            <a:r>
              <a:rPr lang="en-US" altLang="en-US" sz="1600" dirty="0">
                <a:latin typeface="+mn-lt"/>
                <a:ea typeface="Calibri" panose="020F0502020204030204" pitchFamily="34" charset="0"/>
              </a:rPr>
              <a:t> </a:t>
            </a:r>
            <a:r>
              <a:rPr lang="en-US" altLang="en-US" sz="1600" dirty="0" smtClean="0">
                <a:latin typeface="+mn-lt"/>
                <a:ea typeface="Calibri" panose="020F0502020204030204" pitchFamily="34" charset="0"/>
              </a:rPr>
              <a:t>	</a:t>
            </a:r>
            <a:r>
              <a:rPr lang="en-US" altLang="en-US" sz="1600" dirty="0" smtClean="0">
                <a:latin typeface="+mn-lt"/>
                <a:ea typeface="Calibri" panose="020F0502020204030204" pitchFamily="34" charset="0"/>
              </a:rPr>
              <a:t>project</a:t>
            </a:r>
            <a:r>
              <a:rPr lang="en-US" altLang="en-US" sz="1600" dirty="0" smtClean="0">
                <a:latin typeface="+mn-lt"/>
                <a:ea typeface="Calibri" panose="020F0502020204030204" pitchFamily="34" charset="0"/>
              </a:rPr>
              <a:t>. This team could work at Planit premises for core functional and user experience testing </a:t>
            </a:r>
          </a:p>
          <a:p>
            <a:pPr lvl="0" eaLnBrk="0" fontAlgn="base" hangingPunct="0">
              <a:spcBef>
                <a:spcPct val="0"/>
              </a:spcBef>
              <a:spcAft>
                <a:spcPct val="0"/>
              </a:spcAft>
              <a:buFontTx/>
              <a:buChar char="•"/>
              <a:tabLst>
                <a:tab pos="558800" algn="l"/>
              </a:tabLst>
            </a:pPr>
            <a:endParaRPr lang="en-US" altLang="en-US" sz="800" dirty="0">
              <a:latin typeface="+mn-lt"/>
            </a:endParaRPr>
          </a:p>
          <a:p>
            <a:pPr lvl="0" eaLnBrk="0" fontAlgn="base" hangingPunct="0">
              <a:spcBef>
                <a:spcPct val="0"/>
              </a:spcBef>
              <a:spcAft>
                <a:spcPct val="0"/>
              </a:spcAft>
              <a:tabLst>
                <a:tab pos="558800" algn="l"/>
              </a:tabLst>
            </a:pPr>
            <a:endParaRPr lang="en-US" altLang="en-US" sz="800" dirty="0">
              <a:latin typeface="+mn-lt"/>
            </a:endParaRPr>
          </a:p>
          <a:p>
            <a:pPr marL="114300" lvl="0" indent="-114300" eaLnBrk="0" fontAlgn="base" hangingPunct="0">
              <a:spcBef>
                <a:spcPct val="0"/>
              </a:spcBef>
              <a:spcAft>
                <a:spcPct val="0"/>
              </a:spcAft>
              <a:buFontTx/>
              <a:buChar char="•"/>
              <a:tabLst>
                <a:tab pos="558800" algn="l"/>
              </a:tabLst>
            </a:pPr>
            <a:r>
              <a:rPr lang="en-US" altLang="en-US" sz="1600" dirty="0" smtClean="0">
                <a:latin typeface="+mn-lt"/>
                <a:ea typeface="Calibri" panose="020F0502020204030204" pitchFamily="34" charset="0"/>
              </a:rPr>
              <a:t>We at Planit to complete the functional scope of the  project </a:t>
            </a:r>
            <a:r>
              <a:rPr lang="en-US" altLang="en-US" sz="1600" dirty="0" smtClean="0">
                <a:latin typeface="+mn-lt"/>
                <a:ea typeface="Calibri" panose="020F0502020204030204" pitchFamily="34" charset="0"/>
              </a:rPr>
              <a:t>along with Multi device testing within 2.5 </a:t>
            </a:r>
            <a:r>
              <a:rPr lang="en-US" altLang="en-US" sz="1600" dirty="0" smtClean="0">
                <a:latin typeface="+mn-lt"/>
                <a:ea typeface="Calibri" panose="020F0502020204030204" pitchFamily="34" charset="0"/>
              </a:rPr>
              <a:t>months of duration for completing the functional scope of work along with the regression testing for two mobile devices, web portal &amp; </a:t>
            </a:r>
            <a:r>
              <a:rPr lang="en-US" altLang="en-US" sz="1600" dirty="0" smtClean="0">
                <a:latin typeface="+mn-lt"/>
                <a:ea typeface="Calibri" panose="020F0502020204030204" pitchFamily="34" charset="0"/>
              </a:rPr>
              <a:t>simulator. Post that Planit DQA specialist will conduct exploratory testing on multiple devices i.e. 15 devices as agreed with AGS </a:t>
            </a:r>
            <a:endParaRPr lang="en-US" altLang="en-US" sz="1600" dirty="0" smtClean="0">
              <a:latin typeface="+mn-lt"/>
              <a:ea typeface="Calibri" panose="020F0502020204030204" pitchFamily="34" charset="0"/>
            </a:endParaRPr>
          </a:p>
          <a:p>
            <a:pPr marL="114300" lvl="0" indent="-114300" eaLnBrk="0" fontAlgn="base" hangingPunct="0">
              <a:spcBef>
                <a:spcPct val="0"/>
              </a:spcBef>
              <a:spcAft>
                <a:spcPct val="0"/>
              </a:spcAft>
              <a:buFontTx/>
              <a:buChar char="•"/>
              <a:tabLst>
                <a:tab pos="558800" algn="l"/>
              </a:tabLst>
            </a:pPr>
            <a:endParaRPr lang="en-US" altLang="en-US" sz="1600" dirty="0" smtClean="0">
              <a:latin typeface="+mn-lt"/>
              <a:ea typeface="Calibri" panose="020F0502020204030204" pitchFamily="34" charset="0"/>
            </a:endParaRPr>
          </a:p>
          <a:p>
            <a:pPr lvl="0" eaLnBrk="0" fontAlgn="base" hangingPunct="0">
              <a:spcBef>
                <a:spcPct val="0"/>
              </a:spcBef>
              <a:spcAft>
                <a:spcPct val="0"/>
              </a:spcAft>
              <a:tabLst>
                <a:tab pos="558800" algn="l"/>
              </a:tabLst>
            </a:pPr>
            <a:endParaRPr lang="en-US" altLang="en-US" sz="1600" dirty="0">
              <a:latin typeface="+mn-lt"/>
              <a:ea typeface="Calibri" panose="020F0502020204030204" pitchFamily="34" charset="0"/>
            </a:endParaRPr>
          </a:p>
          <a:p>
            <a:pPr marL="114300" lvl="0" indent="-114300" eaLnBrk="0" fontAlgn="base" hangingPunct="0">
              <a:spcBef>
                <a:spcPct val="0"/>
              </a:spcBef>
              <a:spcAft>
                <a:spcPct val="0"/>
              </a:spcAft>
              <a:buFontTx/>
              <a:buChar char="•"/>
              <a:tabLst>
                <a:tab pos="558800" algn="l"/>
              </a:tabLst>
            </a:pPr>
            <a:r>
              <a:rPr lang="en-US" altLang="en-US" sz="1600" dirty="0" smtClean="0">
                <a:latin typeface="+mn-lt"/>
                <a:ea typeface="Calibri" panose="020F0502020204030204" pitchFamily="34" charset="0"/>
              </a:rPr>
              <a:t>Planit </a:t>
            </a:r>
            <a:r>
              <a:rPr lang="en-US" altLang="en-US" sz="1600" dirty="0">
                <a:latin typeface="+mn-lt"/>
                <a:ea typeface="Calibri" panose="020F0502020204030204" pitchFamily="34" charset="0"/>
              </a:rPr>
              <a:t>would charge </a:t>
            </a:r>
            <a:r>
              <a:rPr lang="en-US" altLang="en-US" sz="1600" dirty="0" smtClean="0">
                <a:latin typeface="+mn-lt"/>
                <a:ea typeface="Calibri" panose="020F0502020204030204" pitchFamily="34" charset="0"/>
              </a:rPr>
              <a:t> a fixe fee to AGS </a:t>
            </a:r>
            <a:r>
              <a:rPr lang="en-US" altLang="en-US" sz="1600" dirty="0" smtClean="0">
                <a:latin typeface="+mn-lt"/>
                <a:ea typeface="Calibri" panose="020F0502020204030204" pitchFamily="34" charset="0"/>
              </a:rPr>
              <a:t>a fee of INR </a:t>
            </a:r>
            <a:r>
              <a:rPr lang="en-US" altLang="en-US" sz="1600" dirty="0" smtClean="0">
                <a:latin typeface="+mn-lt"/>
                <a:ea typeface="Calibri" panose="020F0502020204030204" pitchFamily="34" charset="0"/>
              </a:rPr>
              <a:t>of 850,000 for the core Functional testing and multi device testing for the application</a:t>
            </a:r>
            <a:endParaRPr lang="en-US" dirty="0">
              <a:latin typeface="+mn-lt"/>
            </a:endParaRPr>
          </a:p>
        </p:txBody>
      </p:sp>
    </p:spTree>
    <p:extLst>
      <p:ext uri="{BB962C8B-B14F-4D97-AF65-F5344CB8AC3E}">
        <p14:creationId xmlns:p14="http://schemas.microsoft.com/office/powerpoint/2010/main" val="288848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 &amp; Responsibilities for AGS &amp; Planit</a:t>
            </a:r>
          </a:p>
        </p:txBody>
      </p:sp>
      <p:sp>
        <p:nvSpPr>
          <p:cNvPr id="3" name="Content Placeholder 2"/>
          <p:cNvSpPr>
            <a:spLocks noGrp="1"/>
          </p:cNvSpPr>
          <p:nvPr>
            <p:ph idx="1"/>
          </p:nvPr>
        </p:nvSpPr>
        <p:spPr>
          <a:xfrm>
            <a:off x="838200" y="1091902"/>
            <a:ext cx="10515600" cy="4872336"/>
          </a:xfrm>
        </p:spPr>
        <p:txBody>
          <a:bodyPr/>
          <a:lstStyle/>
          <a:p>
            <a:pPr marL="0" lvl="1" indent="0">
              <a:buNone/>
            </a:pPr>
            <a:r>
              <a:rPr lang="en-US" sz="1400" b="1" dirty="0">
                <a:latin typeface="+mn-lt"/>
              </a:rPr>
              <a:t>Scope of </a:t>
            </a:r>
            <a:r>
              <a:rPr lang="en-US" sz="1400" b="1" dirty="0">
                <a:latin typeface="+mn-lt"/>
              </a:rPr>
              <a:t>Work</a:t>
            </a:r>
          </a:p>
          <a:p>
            <a:r>
              <a:rPr lang="en-US" sz="1200" dirty="0"/>
              <a:t>Planit </a:t>
            </a:r>
            <a:r>
              <a:rPr lang="en-US" sz="1200" dirty="0"/>
              <a:t>will be testing the application across varied devices and performing the below detailed </a:t>
            </a:r>
            <a:r>
              <a:rPr lang="en-US" sz="1200" dirty="0"/>
              <a:t>activities</a:t>
            </a:r>
          </a:p>
          <a:p>
            <a:pPr marL="171450" lvl="0" indent="342900">
              <a:buFont typeface="Arial" panose="020B0604020202020204" pitchFamily="34" charset="0"/>
              <a:buChar char="•"/>
            </a:pPr>
            <a:r>
              <a:rPr lang="en-US" sz="1200" dirty="0"/>
              <a:t>Digital Compatibility Testing</a:t>
            </a:r>
          </a:p>
          <a:p>
            <a:pPr marL="171450" lvl="0" indent="342900">
              <a:buFont typeface="Arial" panose="020B0604020202020204" pitchFamily="34" charset="0"/>
              <a:buChar char="•"/>
            </a:pPr>
            <a:r>
              <a:rPr lang="en-US" sz="1200" dirty="0"/>
              <a:t>Usability Testing</a:t>
            </a:r>
          </a:p>
          <a:p>
            <a:pPr marL="171450" lvl="0" indent="342900">
              <a:buFont typeface="Arial" panose="020B0604020202020204" pitchFamily="34" charset="0"/>
              <a:buChar char="•"/>
            </a:pPr>
            <a:r>
              <a:rPr lang="en-US" sz="1200" dirty="0"/>
              <a:t>Digital Experience Testing</a:t>
            </a:r>
          </a:p>
          <a:p>
            <a:pPr marL="171450" lvl="0" indent="342900">
              <a:buFont typeface="Arial" panose="020B0604020202020204" pitchFamily="34" charset="0"/>
              <a:buChar char="•"/>
            </a:pPr>
            <a:r>
              <a:rPr lang="en-US" sz="1200" dirty="0"/>
              <a:t>Installation and provisioning testing </a:t>
            </a:r>
            <a:endParaRPr lang="en-US" dirty="0" smtClean="0"/>
          </a:p>
          <a:p>
            <a:pPr marL="171450" lvl="0" indent="342900">
              <a:buFont typeface="Arial" panose="020B0604020202020204" pitchFamily="34" charset="0"/>
              <a:buChar char="•"/>
            </a:pPr>
            <a:endParaRPr lang="en-US" sz="1200" dirty="0"/>
          </a:p>
          <a:p>
            <a:pPr marL="171450" lvl="0" indent="-171450"/>
            <a:r>
              <a:rPr lang="en-US" sz="1200" dirty="0" smtClean="0"/>
              <a:t>Below are the devices which we agreed with AGS team and have that execution done to cover the multi device aspect.</a:t>
            </a:r>
          </a:p>
          <a:p>
            <a:pPr marL="171450" lvl="0"/>
            <a:endParaRPr lang="en-US" sz="1200" dirty="0"/>
          </a:p>
          <a:p>
            <a:pPr marL="171450" lvl="0"/>
            <a:endParaRPr lang="en-US" sz="1200" dirty="0" smtClean="0"/>
          </a:p>
        </p:txBody>
      </p:sp>
      <p:sp>
        <p:nvSpPr>
          <p:cNvPr id="4" name="Footer Placeholder 3"/>
          <p:cNvSpPr>
            <a:spLocks noGrp="1"/>
          </p:cNvSpPr>
          <p:nvPr>
            <p:ph type="ftr" sz="quarter" idx="11"/>
          </p:nvPr>
        </p:nvSpPr>
        <p:spPr/>
        <p:txBody>
          <a:bodyPr/>
          <a:lstStyle/>
          <a:p>
            <a:r>
              <a:rPr lang="en-AU" smtClean="0"/>
              <a:t>© Planit Software Testing</a:t>
            </a:r>
            <a:endParaRPr lang="en-AU" dirty="0"/>
          </a:p>
        </p:txBody>
      </p:sp>
      <p:sp>
        <p:nvSpPr>
          <p:cNvPr id="5" name="Slide Number Placeholder 4"/>
          <p:cNvSpPr>
            <a:spLocks noGrp="1"/>
          </p:cNvSpPr>
          <p:nvPr>
            <p:ph type="sldNum" sz="quarter" idx="12"/>
          </p:nvPr>
        </p:nvSpPr>
        <p:spPr/>
        <p:txBody>
          <a:bodyPr/>
          <a:lstStyle/>
          <a:p>
            <a:fld id="{B343C9CB-C555-4E9B-92D9-067BF6B13A25}" type="slidenum">
              <a:rPr lang="en-AU" smtClean="0"/>
              <a:pPr/>
              <a:t>4</a:t>
            </a:fld>
            <a:endParaRPr lang="en-AU" dirty="0"/>
          </a:p>
        </p:txBody>
      </p:sp>
      <p:graphicFrame>
        <p:nvGraphicFramePr>
          <p:cNvPr id="9" name="Object 8"/>
          <p:cNvGraphicFramePr>
            <a:graphicFrameLocks noChangeAspect="1"/>
          </p:cNvGraphicFramePr>
          <p:nvPr>
            <p:extLst>
              <p:ext uri="{D42A27DB-BD31-4B8C-83A1-F6EECF244321}">
                <p14:modId xmlns:p14="http://schemas.microsoft.com/office/powerpoint/2010/main" val="2891474608"/>
              </p:ext>
            </p:extLst>
          </p:nvPr>
        </p:nvGraphicFramePr>
        <p:xfrm>
          <a:off x="914399" y="2836863"/>
          <a:ext cx="6943725" cy="3519487"/>
        </p:xfrm>
        <a:graphic>
          <a:graphicData uri="http://schemas.openxmlformats.org/presentationml/2006/ole">
            <mc:AlternateContent xmlns:mc="http://schemas.openxmlformats.org/markup-compatibility/2006">
              <mc:Choice xmlns:v="urn:schemas-microsoft-com:vml" Requires="v">
                <p:oleObj spid="_x0000_s1075" name="Document" r:id="rId3" imgW="5943600" imgH="3519966" progId="Word.Document.12">
                  <p:embed/>
                </p:oleObj>
              </mc:Choice>
              <mc:Fallback>
                <p:oleObj name="Document" r:id="rId3" imgW="5943600" imgH="3519966" progId="Word.Document.12">
                  <p:embed/>
                  <p:pic>
                    <p:nvPicPr>
                      <p:cNvPr id="0" name=""/>
                      <p:cNvPicPr/>
                      <p:nvPr/>
                    </p:nvPicPr>
                    <p:blipFill>
                      <a:blip r:embed="rId4"/>
                      <a:stretch>
                        <a:fillRect/>
                      </a:stretch>
                    </p:blipFill>
                    <p:spPr>
                      <a:xfrm>
                        <a:off x="914399" y="2836863"/>
                        <a:ext cx="6943725" cy="3519487"/>
                      </a:xfrm>
                      <a:prstGeom prst="rect">
                        <a:avLst/>
                      </a:prstGeom>
                    </p:spPr>
                  </p:pic>
                </p:oleObj>
              </mc:Fallback>
            </mc:AlternateContent>
          </a:graphicData>
        </a:graphic>
      </p:graphicFrame>
    </p:spTree>
    <p:extLst>
      <p:ext uri="{BB962C8B-B14F-4D97-AF65-F5344CB8AC3E}">
        <p14:creationId xmlns:p14="http://schemas.microsoft.com/office/powerpoint/2010/main" val="3655379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 &amp; Responsibilities for AGS &amp; Planit</a:t>
            </a:r>
          </a:p>
        </p:txBody>
      </p:sp>
      <p:sp>
        <p:nvSpPr>
          <p:cNvPr id="3" name="Content Placeholder 2"/>
          <p:cNvSpPr>
            <a:spLocks noGrp="1"/>
          </p:cNvSpPr>
          <p:nvPr>
            <p:ph idx="1"/>
          </p:nvPr>
        </p:nvSpPr>
        <p:spPr/>
        <p:txBody>
          <a:bodyPr/>
          <a:lstStyle/>
          <a:p>
            <a:r>
              <a:rPr lang="en-US" sz="1400" b="1" dirty="0" smtClean="0">
                <a:solidFill>
                  <a:schemeClr val="tx1">
                    <a:lumMod val="95000"/>
                    <a:lumOff val="5000"/>
                  </a:schemeClr>
                </a:solidFill>
              </a:rPr>
              <a:t>AGS Responsibilities</a:t>
            </a:r>
            <a:endParaRPr lang="en-US" sz="1400" b="1" dirty="0">
              <a:solidFill>
                <a:schemeClr val="tx1">
                  <a:lumMod val="95000"/>
                  <a:lumOff val="5000"/>
                </a:schemeClr>
              </a:solidFill>
            </a:endParaRPr>
          </a:p>
          <a:p>
            <a:pPr marL="171450" lvl="1" indent="-171450" fontAlgn="base">
              <a:spcAft>
                <a:spcPct val="0"/>
              </a:spcAft>
              <a:tabLst>
                <a:tab pos="558800" algn="l"/>
              </a:tabLst>
            </a:pPr>
            <a:r>
              <a:rPr lang="en-US" sz="1200" dirty="0"/>
              <a:t>Providing the relevant training and introduction to the development team as well as internal AGS stakeholders and giving them walkthrough of the functional flow as planned for AGS</a:t>
            </a:r>
          </a:p>
          <a:p>
            <a:endParaRPr lang="en-US" sz="1400" dirty="0">
              <a:solidFill>
                <a:schemeClr val="tx1">
                  <a:lumMod val="95000"/>
                  <a:lumOff val="5000"/>
                </a:schemeClr>
              </a:solidFill>
            </a:endParaRPr>
          </a:p>
          <a:p>
            <a:pPr marL="0" lvl="1" indent="0">
              <a:buNone/>
            </a:pPr>
            <a:r>
              <a:rPr lang="en-US" sz="1400" b="1" dirty="0"/>
              <a:t>Planit Responsibilities </a:t>
            </a:r>
          </a:p>
          <a:p>
            <a:pPr marL="171450" lvl="1" indent="-171450" fontAlgn="base">
              <a:spcAft>
                <a:spcPct val="0"/>
              </a:spcAft>
              <a:tabLst>
                <a:tab pos="558800" algn="l"/>
              </a:tabLst>
            </a:pPr>
            <a:r>
              <a:rPr lang="en-US" sz="1200" dirty="0"/>
              <a:t>Providing the right team with functional and domain skills specifically  for this application and bug tracking and ensuring a quality product being released as per the planned way for AGS</a:t>
            </a:r>
          </a:p>
          <a:p>
            <a:pPr marL="171450" lvl="1" indent="-171450" fontAlgn="base">
              <a:spcAft>
                <a:spcPct val="0"/>
              </a:spcAft>
              <a:tabLst>
                <a:tab pos="558800" algn="l"/>
              </a:tabLst>
            </a:pPr>
            <a:r>
              <a:rPr lang="en-US" sz="1200" dirty="0"/>
              <a:t>Leverage components and work packets based upon prior experience with </a:t>
            </a:r>
            <a:r>
              <a:rPr lang="en-US" sz="1200" dirty="0" smtClean="0"/>
              <a:t>AGS with </a:t>
            </a:r>
            <a:r>
              <a:rPr lang="en-US" sz="1200" dirty="0"/>
              <a:t>the objective of increasing productivity and </a:t>
            </a:r>
            <a:r>
              <a:rPr lang="en-US" sz="1200" dirty="0" smtClean="0"/>
              <a:t>speed</a:t>
            </a:r>
            <a:endParaRPr lang="en-US" sz="1200" dirty="0"/>
          </a:p>
          <a:p>
            <a:endParaRPr lang="en-US" dirty="0" smtClean="0"/>
          </a:p>
          <a:p>
            <a:endParaRPr lang="en-US" dirty="0"/>
          </a:p>
        </p:txBody>
      </p:sp>
      <p:sp>
        <p:nvSpPr>
          <p:cNvPr id="4" name="Footer Placeholder 3"/>
          <p:cNvSpPr>
            <a:spLocks noGrp="1"/>
          </p:cNvSpPr>
          <p:nvPr>
            <p:ph type="ftr" sz="quarter" idx="11"/>
          </p:nvPr>
        </p:nvSpPr>
        <p:spPr/>
        <p:txBody>
          <a:bodyPr/>
          <a:lstStyle/>
          <a:p>
            <a:r>
              <a:rPr lang="en-AU" smtClean="0"/>
              <a:t>© Planit Software Testing</a:t>
            </a:r>
            <a:endParaRPr lang="en-AU" dirty="0"/>
          </a:p>
        </p:txBody>
      </p:sp>
      <p:sp>
        <p:nvSpPr>
          <p:cNvPr id="5" name="Slide Number Placeholder 4"/>
          <p:cNvSpPr>
            <a:spLocks noGrp="1"/>
          </p:cNvSpPr>
          <p:nvPr>
            <p:ph type="sldNum" sz="quarter" idx="12"/>
          </p:nvPr>
        </p:nvSpPr>
        <p:spPr/>
        <p:txBody>
          <a:bodyPr/>
          <a:lstStyle/>
          <a:p>
            <a:fld id="{B343C9CB-C555-4E9B-92D9-067BF6B13A25}" type="slidenum">
              <a:rPr lang="en-AU" smtClean="0"/>
              <a:pPr/>
              <a:t>5</a:t>
            </a:fld>
            <a:endParaRPr lang="en-AU" dirty="0"/>
          </a:p>
        </p:txBody>
      </p:sp>
    </p:spTree>
    <p:extLst>
      <p:ext uri="{BB962C8B-B14F-4D97-AF65-F5344CB8AC3E}">
        <p14:creationId xmlns:p14="http://schemas.microsoft.com/office/powerpoint/2010/main" val="2745459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team composition for </a:t>
            </a:r>
            <a:r>
              <a:rPr lang="en-US" dirty="0" smtClean="0"/>
              <a:t>AGS</a:t>
            </a:r>
            <a:endParaRPr lang="en-US" dirty="0"/>
          </a:p>
        </p:txBody>
      </p:sp>
      <p:sp>
        <p:nvSpPr>
          <p:cNvPr id="3" name="Content Placeholder 2"/>
          <p:cNvSpPr>
            <a:spLocks noGrp="1"/>
          </p:cNvSpPr>
          <p:nvPr>
            <p:ph idx="1"/>
          </p:nvPr>
        </p:nvSpPr>
        <p:spPr/>
        <p:txBody>
          <a:bodyPr/>
          <a:lstStyle/>
          <a:p>
            <a:pPr marL="285750" lvl="1" indent="-285750" eaLnBrk="0" fontAlgn="base" hangingPunct="0">
              <a:spcBef>
                <a:spcPct val="0"/>
              </a:spcBef>
              <a:spcAft>
                <a:spcPct val="0"/>
              </a:spcAft>
              <a:tabLst>
                <a:tab pos="558800" algn="l"/>
              </a:tabLst>
            </a:pPr>
            <a:r>
              <a:rPr lang="en-US" sz="1400" dirty="0">
                <a:solidFill>
                  <a:schemeClr val="tx1">
                    <a:lumMod val="95000"/>
                    <a:lumOff val="5000"/>
                  </a:schemeClr>
                </a:solidFill>
                <a:latin typeface="+mn-lt"/>
                <a:cs typeface="+mn-cs"/>
              </a:rPr>
              <a:t>For Testing of the </a:t>
            </a:r>
            <a:r>
              <a:rPr lang="en-US" sz="1400" dirty="0" smtClean="0">
                <a:solidFill>
                  <a:schemeClr val="tx1">
                    <a:lumMod val="95000"/>
                    <a:lumOff val="5000"/>
                  </a:schemeClr>
                </a:solidFill>
                <a:latin typeface="+mn-lt"/>
                <a:cs typeface="+mn-cs"/>
              </a:rPr>
              <a:t>Fastlane application a </a:t>
            </a:r>
            <a:r>
              <a:rPr lang="en-US" sz="1400" dirty="0">
                <a:solidFill>
                  <a:schemeClr val="tx1">
                    <a:lumMod val="95000"/>
                    <a:lumOff val="5000"/>
                  </a:schemeClr>
                </a:solidFill>
                <a:latin typeface="+mn-lt"/>
                <a:cs typeface="+mn-cs"/>
              </a:rPr>
              <a:t>platform we will be testing it </a:t>
            </a:r>
            <a:r>
              <a:rPr lang="en-US" sz="1400" dirty="0" smtClean="0">
                <a:solidFill>
                  <a:schemeClr val="tx1">
                    <a:lumMod val="95000"/>
                    <a:lumOff val="5000"/>
                  </a:schemeClr>
                </a:solidFill>
                <a:latin typeface="+mn-lt"/>
                <a:cs typeface="+mn-cs"/>
              </a:rPr>
              <a:t>onsite i.e. functional testing &amp; device compatibility testing </a:t>
            </a:r>
            <a:r>
              <a:rPr lang="en-US" sz="1400" dirty="0" smtClean="0">
                <a:solidFill>
                  <a:schemeClr val="tx1">
                    <a:lumMod val="95000"/>
                    <a:lumOff val="5000"/>
                  </a:schemeClr>
                </a:solidFill>
                <a:latin typeface="+mn-lt"/>
                <a:cs typeface="+mn-cs"/>
              </a:rPr>
              <a:t>will be done out of Planit premises Planit proposes </a:t>
            </a:r>
            <a:r>
              <a:rPr lang="en-US" sz="1400" dirty="0" smtClean="0">
                <a:solidFill>
                  <a:schemeClr val="tx1">
                    <a:lumMod val="95000"/>
                    <a:lumOff val="5000"/>
                  </a:schemeClr>
                </a:solidFill>
                <a:latin typeface="+mn-lt"/>
                <a:cs typeface="+mn-cs"/>
              </a:rPr>
              <a:t>an </a:t>
            </a:r>
            <a:r>
              <a:rPr lang="en-US" sz="1400" dirty="0">
                <a:solidFill>
                  <a:schemeClr val="tx1">
                    <a:lumMod val="95000"/>
                    <a:lumOff val="5000"/>
                  </a:schemeClr>
                </a:solidFill>
                <a:latin typeface="+mn-lt"/>
                <a:cs typeface="+mn-cs"/>
              </a:rPr>
              <a:t>ideal </a:t>
            </a:r>
            <a:r>
              <a:rPr lang="en-US" sz="1400" dirty="0" smtClean="0">
                <a:solidFill>
                  <a:schemeClr val="tx1">
                    <a:lumMod val="95000"/>
                    <a:lumOff val="5000"/>
                  </a:schemeClr>
                </a:solidFill>
                <a:latin typeface="+mn-lt"/>
                <a:cs typeface="+mn-cs"/>
              </a:rPr>
              <a:t>team </a:t>
            </a:r>
            <a:r>
              <a:rPr lang="en-US" sz="1400" dirty="0">
                <a:solidFill>
                  <a:schemeClr val="tx1">
                    <a:lumMod val="95000"/>
                    <a:lumOff val="5000"/>
                  </a:schemeClr>
                </a:solidFill>
                <a:latin typeface="+mn-lt"/>
                <a:cs typeface="+mn-cs"/>
              </a:rPr>
              <a:t>composition for coverage as well as timely completion of the activity  which would include atleast </a:t>
            </a:r>
            <a:r>
              <a:rPr lang="en-US" sz="1400" dirty="0" smtClean="0">
                <a:solidFill>
                  <a:schemeClr val="tx1">
                    <a:lumMod val="95000"/>
                    <a:lumOff val="5000"/>
                  </a:schemeClr>
                </a:solidFill>
                <a:latin typeface="+mn-lt"/>
                <a:cs typeface="+mn-cs"/>
              </a:rPr>
              <a:t>3 </a:t>
            </a:r>
            <a:r>
              <a:rPr lang="en-US" sz="1400" dirty="0">
                <a:solidFill>
                  <a:schemeClr val="tx1">
                    <a:lumMod val="95000"/>
                    <a:lumOff val="5000"/>
                  </a:schemeClr>
                </a:solidFill>
                <a:latin typeface="+mn-lt"/>
                <a:cs typeface="+mn-cs"/>
              </a:rPr>
              <a:t>rounds of testing based on the deliverables planned as well as the releases/ changes coming in based on the defects </a:t>
            </a:r>
            <a:r>
              <a:rPr lang="en-US" sz="1400" dirty="0" smtClean="0">
                <a:solidFill>
                  <a:schemeClr val="tx1">
                    <a:lumMod val="95000"/>
                    <a:lumOff val="5000"/>
                  </a:schemeClr>
                </a:solidFill>
                <a:latin typeface="+mn-lt"/>
                <a:cs typeface="+mn-cs"/>
              </a:rPr>
              <a:t>identified</a:t>
            </a:r>
          </a:p>
          <a:p>
            <a:pPr marL="285750" lvl="1" indent="-285750" eaLnBrk="0" fontAlgn="base" hangingPunct="0">
              <a:spcBef>
                <a:spcPct val="0"/>
              </a:spcBef>
              <a:spcAft>
                <a:spcPct val="0"/>
              </a:spcAft>
              <a:tabLst>
                <a:tab pos="558800" algn="l"/>
              </a:tabLst>
            </a:pPr>
            <a:endParaRPr lang="en-US" sz="1400" dirty="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endParaRPr lang="en-US" sz="1400" dirty="0" smtClean="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endParaRPr lang="en-US" sz="1400" dirty="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endParaRPr lang="en-US" sz="1400" dirty="0" smtClean="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endParaRPr lang="en-US" sz="1400" dirty="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endParaRPr lang="en-US" sz="1400" dirty="0" smtClean="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endParaRPr lang="en-US" sz="1400" dirty="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endParaRPr lang="en-US" sz="1400" dirty="0" smtClean="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endParaRPr lang="en-US" sz="1400" dirty="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endParaRPr lang="en-US" sz="1400" dirty="0" smtClean="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endParaRPr lang="en-US" sz="1400" dirty="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endParaRPr lang="en-US" sz="1400" dirty="0" smtClean="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endParaRPr lang="en-US" sz="1400" dirty="0" smtClean="0">
              <a:solidFill>
                <a:schemeClr val="tx1">
                  <a:lumMod val="95000"/>
                  <a:lumOff val="5000"/>
                </a:schemeClr>
              </a:solidFill>
              <a:latin typeface="+mn-lt"/>
              <a:cs typeface="+mn-cs"/>
            </a:endParaRPr>
          </a:p>
          <a:p>
            <a:pPr marL="285750" lvl="1" indent="-285750" eaLnBrk="0" fontAlgn="base" hangingPunct="0">
              <a:spcBef>
                <a:spcPct val="0"/>
              </a:spcBef>
              <a:spcAft>
                <a:spcPct val="0"/>
              </a:spcAft>
              <a:tabLst>
                <a:tab pos="558800" algn="l"/>
              </a:tabLst>
            </a:pPr>
            <a:r>
              <a:rPr lang="en-US" sz="1400" dirty="0" smtClean="0">
                <a:solidFill>
                  <a:schemeClr val="tx1">
                    <a:lumMod val="95000"/>
                    <a:lumOff val="5000"/>
                  </a:schemeClr>
                </a:solidFill>
                <a:latin typeface="+mn-lt"/>
                <a:cs typeface="+mn-cs"/>
              </a:rPr>
              <a:t>From </a:t>
            </a:r>
            <a:r>
              <a:rPr lang="en-US" sz="1400" dirty="0">
                <a:solidFill>
                  <a:schemeClr val="tx1">
                    <a:lumMod val="95000"/>
                    <a:lumOff val="5000"/>
                  </a:schemeClr>
                </a:solidFill>
                <a:latin typeface="+mn-lt"/>
                <a:cs typeface="+mn-cs"/>
              </a:rPr>
              <a:t>Sr. Leadership guidance perspective we would be having a team of </a:t>
            </a:r>
            <a:r>
              <a:rPr lang="en-US" sz="1400" dirty="0" smtClean="0">
                <a:solidFill>
                  <a:schemeClr val="tx1">
                    <a:lumMod val="95000"/>
                    <a:lumOff val="5000"/>
                  </a:schemeClr>
                </a:solidFill>
                <a:latin typeface="+mn-lt"/>
                <a:cs typeface="+mn-cs"/>
              </a:rPr>
              <a:t>domain </a:t>
            </a:r>
            <a:r>
              <a:rPr lang="en-US" sz="1400" dirty="0">
                <a:solidFill>
                  <a:schemeClr val="tx1">
                    <a:lumMod val="95000"/>
                    <a:lumOff val="5000"/>
                  </a:schemeClr>
                </a:solidFill>
                <a:latin typeface="+mn-lt"/>
                <a:cs typeface="+mn-cs"/>
              </a:rPr>
              <a:t>expert &amp; Sr. Delivery leadership along with the delivery heads providing the guidance and driving the work plan for the customer to ensure we stick to the timelines and have quality release being offered to the business in production environment</a:t>
            </a:r>
          </a:p>
          <a:p>
            <a:pPr marL="0" lvl="1" indent="0" eaLnBrk="0" fontAlgn="base" hangingPunct="0">
              <a:spcBef>
                <a:spcPct val="0"/>
              </a:spcBef>
              <a:spcAft>
                <a:spcPct val="0"/>
              </a:spcAft>
              <a:buNone/>
              <a:tabLst>
                <a:tab pos="558800" algn="l"/>
              </a:tabLst>
            </a:pPr>
            <a:endParaRPr lang="en-US" sz="1400" dirty="0">
              <a:solidFill>
                <a:schemeClr val="tx1">
                  <a:lumMod val="95000"/>
                  <a:lumOff val="5000"/>
                </a:schemeClr>
              </a:solidFill>
              <a:latin typeface="+mn-lt"/>
              <a:cs typeface="+mn-cs"/>
            </a:endParaRPr>
          </a:p>
          <a:p>
            <a:endParaRPr lang="en-US" dirty="0" smtClean="0"/>
          </a:p>
          <a:p>
            <a:endParaRPr lang="en-US" dirty="0" smtClean="0"/>
          </a:p>
        </p:txBody>
      </p:sp>
      <p:sp>
        <p:nvSpPr>
          <p:cNvPr id="4" name="Footer Placeholder 3"/>
          <p:cNvSpPr>
            <a:spLocks noGrp="1"/>
          </p:cNvSpPr>
          <p:nvPr>
            <p:ph type="ftr" sz="quarter" idx="11"/>
          </p:nvPr>
        </p:nvSpPr>
        <p:spPr/>
        <p:txBody>
          <a:bodyPr/>
          <a:lstStyle/>
          <a:p>
            <a:r>
              <a:rPr lang="en-AU" smtClean="0"/>
              <a:t>© Planit Software Testing</a:t>
            </a:r>
            <a:endParaRPr lang="en-AU" dirty="0"/>
          </a:p>
        </p:txBody>
      </p:sp>
      <p:sp>
        <p:nvSpPr>
          <p:cNvPr id="5" name="Slide Number Placeholder 4"/>
          <p:cNvSpPr>
            <a:spLocks noGrp="1"/>
          </p:cNvSpPr>
          <p:nvPr>
            <p:ph type="sldNum" sz="quarter" idx="12"/>
          </p:nvPr>
        </p:nvSpPr>
        <p:spPr/>
        <p:txBody>
          <a:bodyPr/>
          <a:lstStyle/>
          <a:p>
            <a:fld id="{B343C9CB-C555-4E9B-92D9-067BF6B13A25}" type="slidenum">
              <a:rPr lang="en-AU" smtClean="0"/>
              <a:pPr/>
              <a:t>6</a:t>
            </a:fld>
            <a:endParaRPr lang="en-AU" dirty="0"/>
          </a:p>
        </p:txBody>
      </p:sp>
      <p:pic>
        <p:nvPicPr>
          <p:cNvPr id="7" name="Picture 6"/>
          <p:cNvPicPr>
            <a:picLocks noChangeAspect="1"/>
          </p:cNvPicPr>
          <p:nvPr/>
        </p:nvPicPr>
        <p:blipFill>
          <a:blip r:embed="rId2"/>
          <a:stretch>
            <a:fillRect/>
          </a:stretch>
        </p:blipFill>
        <p:spPr>
          <a:xfrm>
            <a:off x="1381125" y="2481116"/>
            <a:ext cx="7463757" cy="2109934"/>
          </a:xfrm>
          <a:prstGeom prst="rect">
            <a:avLst/>
          </a:prstGeom>
        </p:spPr>
      </p:pic>
    </p:spTree>
    <p:extLst>
      <p:ext uri="{BB962C8B-B14F-4D97-AF65-F5344CB8AC3E}">
        <p14:creationId xmlns:p14="http://schemas.microsoft.com/office/powerpoint/2010/main" val="3579128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88425" y="5781963"/>
            <a:ext cx="4615709" cy="392811"/>
          </a:xfrm>
        </p:spPr>
        <p:style>
          <a:lnRef idx="0">
            <a:schemeClr val="accent3"/>
          </a:lnRef>
          <a:fillRef idx="3">
            <a:schemeClr val="accent3"/>
          </a:fillRef>
          <a:effectRef idx="3">
            <a:schemeClr val="accent3"/>
          </a:effectRef>
          <a:fontRef idx="minor">
            <a:schemeClr val="lt1"/>
          </a:fontRef>
        </p:style>
        <p:txBody>
          <a:bodyPr>
            <a:normAutofit fontScale="90000"/>
          </a:bodyPr>
          <a:lstStyle/>
          <a:p>
            <a:pPr algn="ctr"/>
            <a:r>
              <a:rPr lang="en-AU" sz="2400" dirty="0" smtClean="0"/>
              <a:t>Sample Reports &amp; Deliverables</a:t>
            </a:r>
            <a:endParaRPr lang="en-AU" sz="2400" dirty="0"/>
          </a:p>
        </p:txBody>
      </p:sp>
      <p:sp>
        <p:nvSpPr>
          <p:cNvPr id="4" name="Footer Placeholder 3"/>
          <p:cNvSpPr>
            <a:spLocks noGrp="1"/>
          </p:cNvSpPr>
          <p:nvPr>
            <p:ph type="ftr" sz="quarter" idx="11"/>
          </p:nvPr>
        </p:nvSpPr>
        <p:spPr/>
        <p:txBody>
          <a:bodyPr/>
          <a:lstStyle/>
          <a:p>
            <a:r>
              <a:rPr lang="en-AU" dirty="0"/>
              <a:t>© Planit Software Testing</a:t>
            </a:r>
          </a:p>
        </p:txBody>
      </p:sp>
      <p:sp>
        <p:nvSpPr>
          <p:cNvPr id="5" name="Slide Number Placeholder 4"/>
          <p:cNvSpPr>
            <a:spLocks noGrp="1"/>
          </p:cNvSpPr>
          <p:nvPr>
            <p:ph type="sldNum" sz="quarter" idx="12"/>
          </p:nvPr>
        </p:nvSpPr>
        <p:spPr/>
        <p:txBody>
          <a:bodyPr/>
          <a:lstStyle/>
          <a:p>
            <a:fld id="{B343C9CB-C555-4E9B-92D9-067BF6B13A25}" type="slidenum">
              <a:rPr lang="en-AU" smtClean="0"/>
              <a:pPr/>
              <a:t>7</a:t>
            </a:fld>
            <a:endParaRPr lang="en-AU" dirty="0"/>
          </a:p>
        </p:txBody>
      </p:sp>
    </p:spTree>
    <p:custDataLst>
      <p:tags r:id="rId1"/>
    </p:custDataLst>
    <p:extLst>
      <p:ext uri="{BB962C8B-B14F-4D97-AF65-F5344CB8AC3E}">
        <p14:creationId xmlns:p14="http://schemas.microsoft.com/office/powerpoint/2010/main" val="36426529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Functional </a:t>
            </a:r>
            <a:r>
              <a:rPr lang="en-US" sz="3200" dirty="0"/>
              <a:t>Testing </a:t>
            </a:r>
            <a:r>
              <a:rPr lang="en-US" sz="3200" dirty="0" smtClean="0"/>
              <a:t>Deliverables</a:t>
            </a:r>
            <a:endParaRPr lang="en-US" sz="3200" dirty="0"/>
          </a:p>
        </p:txBody>
      </p:sp>
      <p:sp>
        <p:nvSpPr>
          <p:cNvPr id="5" name="Slide Number Placeholder 4"/>
          <p:cNvSpPr>
            <a:spLocks noGrp="1"/>
          </p:cNvSpPr>
          <p:nvPr>
            <p:ph type="sldNum" sz="quarter" idx="12"/>
          </p:nvPr>
        </p:nvSpPr>
        <p:spPr/>
        <p:txBody>
          <a:bodyPr/>
          <a:lstStyle/>
          <a:p>
            <a:fld id="{73A48B93-565E-40CF-9019-0F98DAB7AC27}" type="slidenum">
              <a:rPr lang="en-IN" smtClean="0"/>
              <a:pPr/>
              <a:t>8</a:t>
            </a:fld>
            <a:endParaRPr lang="en-IN" dirty="0"/>
          </a:p>
        </p:txBody>
      </p:sp>
      <p:sp>
        <p:nvSpPr>
          <p:cNvPr id="3" name="Rectangle 2"/>
          <p:cNvSpPr/>
          <p:nvPr/>
        </p:nvSpPr>
        <p:spPr>
          <a:xfrm>
            <a:off x="1265381" y="1517457"/>
            <a:ext cx="6096000" cy="3785652"/>
          </a:xfrm>
          <a:prstGeom prst="rect">
            <a:avLst/>
          </a:prstGeom>
        </p:spPr>
        <p:txBody>
          <a:bodyPr>
            <a:spAutoFit/>
          </a:bodyPr>
          <a:lstStyle/>
          <a:p>
            <a:pPr marL="285750" indent="-285750">
              <a:buFont typeface="Arial" panose="020B0604020202020204" pitchFamily="34" charset="0"/>
              <a:buChar char="•"/>
            </a:pPr>
            <a:r>
              <a:rPr lang="en-IN" sz="1600" dirty="0"/>
              <a:t>Test case documentation</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Defect Report</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Test Metrics Dashboard</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Test Execution report</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Test Summary report</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Requirement traceability matrix</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Exploratory test summary</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Risk based test report</a:t>
            </a:r>
          </a:p>
        </p:txBody>
      </p:sp>
    </p:spTree>
    <p:extLst>
      <p:ext uri="{BB962C8B-B14F-4D97-AF65-F5344CB8AC3E}">
        <p14:creationId xmlns:p14="http://schemas.microsoft.com/office/powerpoint/2010/main" val="11349513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Functional </a:t>
            </a:r>
            <a:r>
              <a:rPr lang="en-US" sz="3200" dirty="0"/>
              <a:t>Testing Deliverables- A Sample </a:t>
            </a:r>
          </a:p>
        </p:txBody>
      </p:sp>
      <p:sp>
        <p:nvSpPr>
          <p:cNvPr id="4" name="Footer Placeholder 3"/>
          <p:cNvSpPr>
            <a:spLocks noGrp="1"/>
          </p:cNvSpPr>
          <p:nvPr>
            <p:ph type="ftr" sz="quarter" idx="11"/>
          </p:nvPr>
        </p:nvSpPr>
        <p:spPr/>
        <p:txBody>
          <a:bodyPr/>
          <a:lstStyle/>
          <a:p>
            <a:r>
              <a:rPr lang="en-IN" smtClean="0"/>
              <a:t>www.tenxlabs.com</a:t>
            </a:r>
            <a:endParaRPr lang="en-IN" dirty="0"/>
          </a:p>
        </p:txBody>
      </p:sp>
      <p:sp>
        <p:nvSpPr>
          <p:cNvPr id="5" name="Slide Number Placeholder 4"/>
          <p:cNvSpPr>
            <a:spLocks noGrp="1"/>
          </p:cNvSpPr>
          <p:nvPr>
            <p:ph type="sldNum" sz="quarter" idx="12"/>
          </p:nvPr>
        </p:nvSpPr>
        <p:spPr/>
        <p:txBody>
          <a:bodyPr/>
          <a:lstStyle/>
          <a:p>
            <a:fld id="{73A48B93-565E-40CF-9019-0F98DAB7AC27}" type="slidenum">
              <a:rPr lang="en-IN" smtClean="0"/>
              <a:pPr/>
              <a:t>9</a:t>
            </a:fld>
            <a:endParaRPr lang="en-IN" dirty="0"/>
          </a:p>
        </p:txBody>
      </p:sp>
      <p:pic>
        <p:nvPicPr>
          <p:cNvPr id="2071" name="Picture 2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20800" y="1219200"/>
            <a:ext cx="3591632" cy="1938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72"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0085" y="1219200"/>
            <a:ext cx="4956912"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73" name="Picture 2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86934" y="3238324"/>
            <a:ext cx="4856855" cy="2012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74" name="Picture 2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74971" y="4295599"/>
            <a:ext cx="4227140" cy="22438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75" name="Picture 2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20800" y="5302074"/>
            <a:ext cx="3860800" cy="152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19765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Functional </a:t>
            </a:r>
            <a:r>
              <a:rPr lang="en-US" sz="3200" dirty="0"/>
              <a:t>Testing Deliverables- A Sample </a:t>
            </a:r>
          </a:p>
        </p:txBody>
      </p:sp>
      <p:sp>
        <p:nvSpPr>
          <p:cNvPr id="5" name="Slide Number Placeholder 4"/>
          <p:cNvSpPr>
            <a:spLocks noGrp="1"/>
          </p:cNvSpPr>
          <p:nvPr>
            <p:ph type="sldNum" sz="quarter" idx="12"/>
          </p:nvPr>
        </p:nvSpPr>
        <p:spPr/>
        <p:txBody>
          <a:bodyPr/>
          <a:lstStyle/>
          <a:p>
            <a:fld id="{73A48B93-565E-40CF-9019-0F98DAB7AC27}" type="slidenum">
              <a:rPr lang="en-IN" smtClean="0"/>
              <a:pPr/>
              <a:t>10</a:t>
            </a:fld>
            <a:endParaRPr lang="en-IN" dirty="0"/>
          </a:p>
        </p:txBody>
      </p:sp>
      <p:pic>
        <p:nvPicPr>
          <p:cNvPr id="10" name="Picture 9"/>
          <p:cNvPicPr/>
          <p:nvPr/>
        </p:nvPicPr>
        <p:blipFill>
          <a:blip r:embed="rId2"/>
          <a:stretch>
            <a:fillRect/>
          </a:stretch>
        </p:blipFill>
        <p:spPr>
          <a:xfrm>
            <a:off x="482600" y="1091902"/>
            <a:ext cx="7368309" cy="3313843"/>
          </a:xfrm>
          <a:prstGeom prst="rect">
            <a:avLst/>
          </a:prstGeom>
        </p:spPr>
      </p:pic>
      <p:pic>
        <p:nvPicPr>
          <p:cNvPr id="11" name="Picture 10"/>
          <p:cNvPicPr/>
          <p:nvPr/>
        </p:nvPicPr>
        <p:blipFill>
          <a:blip r:embed="rId3"/>
          <a:stretch>
            <a:fillRect/>
          </a:stretch>
        </p:blipFill>
        <p:spPr>
          <a:xfrm>
            <a:off x="3382617" y="4508355"/>
            <a:ext cx="7971183" cy="2213120"/>
          </a:xfrm>
          <a:prstGeom prst="rect">
            <a:avLst/>
          </a:prstGeom>
        </p:spPr>
      </p:pic>
      <p:sp>
        <p:nvSpPr>
          <p:cNvPr id="3" name="Rectangle 2"/>
          <p:cNvSpPr/>
          <p:nvPr/>
        </p:nvSpPr>
        <p:spPr>
          <a:xfrm>
            <a:off x="7972340" y="2594687"/>
            <a:ext cx="2971391" cy="410882"/>
          </a:xfrm>
          <a:prstGeom prst="rect">
            <a:avLst/>
          </a:prstGeom>
        </p:spPr>
        <p:txBody>
          <a:bodyPr wrap="none">
            <a:spAutoFit/>
          </a:bodyPr>
          <a:lstStyle/>
          <a:p>
            <a:pPr>
              <a:lnSpc>
                <a:spcPct val="115000"/>
              </a:lnSpc>
              <a:spcAft>
                <a:spcPts val="1000"/>
              </a:spcAft>
            </a:pPr>
            <a:r>
              <a:rPr lang="en-IN" smtClean="0">
                <a:latin typeface="Calibri" panose="020F0502020204030204" pitchFamily="34" charset="0"/>
                <a:ea typeface="Calibri" panose="020F0502020204030204" pitchFamily="34" charset="0"/>
                <a:cs typeface="Times New Roman" panose="02020603050405020304" pitchFamily="18" charset="0"/>
              </a:rPr>
              <a:t>Project Status report (weekly)</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p:cNvSpPr/>
          <p:nvPr/>
        </p:nvSpPr>
        <p:spPr>
          <a:xfrm>
            <a:off x="1894114" y="5409474"/>
            <a:ext cx="885371" cy="410882"/>
          </a:xfrm>
          <a:prstGeom prst="rect">
            <a:avLst/>
          </a:prstGeom>
        </p:spPr>
        <p:txBody>
          <a:bodyPr wrap="none">
            <a:spAutoFit/>
          </a:bodyPr>
          <a:lstStyle/>
          <a:p>
            <a:pPr>
              <a:lnSpc>
                <a:spcPct val="115000"/>
              </a:lnSpc>
              <a:spcAft>
                <a:spcPts val="1000"/>
              </a:spcAft>
            </a:pPr>
            <a:r>
              <a:rPr lang="en-IN" dirty="0">
                <a:latin typeface="Calibri" panose="020F0502020204030204" pitchFamily="34" charset="0"/>
                <a:ea typeface="Calibri" panose="020F0502020204030204" pitchFamily="34" charset="0"/>
                <a:cs typeface="Times New Roman" panose="02020603050405020304" pitchFamily="18" charset="0"/>
              </a:rPr>
              <a:t>Defects</a:t>
            </a:r>
            <a:endParaRPr lang="en-US"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5330992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Functional </a:t>
            </a:r>
            <a:r>
              <a:rPr lang="en-US" sz="3200" dirty="0"/>
              <a:t>Testing Deliverables- A Sample </a:t>
            </a:r>
          </a:p>
        </p:txBody>
      </p:sp>
      <p:sp>
        <p:nvSpPr>
          <p:cNvPr id="5" name="Slide Number Placeholder 4"/>
          <p:cNvSpPr>
            <a:spLocks noGrp="1"/>
          </p:cNvSpPr>
          <p:nvPr>
            <p:ph type="sldNum" sz="quarter" idx="12"/>
          </p:nvPr>
        </p:nvSpPr>
        <p:spPr/>
        <p:txBody>
          <a:bodyPr/>
          <a:lstStyle/>
          <a:p>
            <a:fld id="{73A48B93-565E-40CF-9019-0F98DAB7AC27}" type="slidenum">
              <a:rPr lang="en-IN" smtClean="0"/>
              <a:pPr/>
              <a:t>11</a:t>
            </a:fld>
            <a:endParaRPr lang="en-IN" dirty="0"/>
          </a:p>
        </p:txBody>
      </p:sp>
      <p:sp>
        <p:nvSpPr>
          <p:cNvPr id="3" name="Rectangle 2"/>
          <p:cNvSpPr/>
          <p:nvPr/>
        </p:nvSpPr>
        <p:spPr>
          <a:xfrm>
            <a:off x="9141476" y="2235984"/>
            <a:ext cx="964751" cy="369332"/>
          </a:xfrm>
          <a:prstGeom prst="rect">
            <a:avLst/>
          </a:prstGeom>
        </p:spPr>
        <p:txBody>
          <a:bodyPr wrap="none">
            <a:spAutoFit/>
          </a:bodyPr>
          <a:lstStyle/>
          <a:p>
            <a:r>
              <a:rPr lang="en-IN"/>
              <a:t>Testcase</a:t>
            </a:r>
            <a:endParaRPr lang="en-US"/>
          </a:p>
        </p:txBody>
      </p:sp>
      <p:sp>
        <p:nvSpPr>
          <p:cNvPr id="6" name="Rectangle 5"/>
          <p:cNvSpPr/>
          <p:nvPr/>
        </p:nvSpPr>
        <p:spPr>
          <a:xfrm>
            <a:off x="1238334" y="5270934"/>
            <a:ext cx="1496564" cy="369332"/>
          </a:xfrm>
          <a:prstGeom prst="rect">
            <a:avLst/>
          </a:prstGeom>
        </p:spPr>
        <p:txBody>
          <a:bodyPr wrap="none">
            <a:spAutoFit/>
          </a:bodyPr>
          <a:lstStyle/>
          <a:p>
            <a:r>
              <a:rPr lang="en-IN"/>
              <a:t>Test condition</a:t>
            </a:r>
            <a:endParaRPr lang="en-US"/>
          </a:p>
        </p:txBody>
      </p:sp>
      <p:pic>
        <p:nvPicPr>
          <p:cNvPr id="8" name="Picture 7"/>
          <p:cNvPicPr/>
          <p:nvPr/>
        </p:nvPicPr>
        <p:blipFill>
          <a:blip r:embed="rId2"/>
          <a:stretch>
            <a:fillRect/>
          </a:stretch>
        </p:blipFill>
        <p:spPr>
          <a:xfrm>
            <a:off x="762273" y="1123656"/>
            <a:ext cx="7801192" cy="2635538"/>
          </a:xfrm>
          <a:prstGeom prst="rect">
            <a:avLst/>
          </a:prstGeom>
        </p:spPr>
      </p:pic>
      <p:pic>
        <p:nvPicPr>
          <p:cNvPr id="9" name="Picture 8"/>
          <p:cNvPicPr/>
          <p:nvPr/>
        </p:nvPicPr>
        <p:blipFill>
          <a:blip r:embed="rId3"/>
          <a:stretch>
            <a:fillRect/>
          </a:stretch>
        </p:blipFill>
        <p:spPr>
          <a:xfrm>
            <a:off x="3115363" y="4091714"/>
            <a:ext cx="7999255" cy="2491221"/>
          </a:xfrm>
          <a:prstGeom prst="rect">
            <a:avLst/>
          </a:prstGeom>
        </p:spPr>
      </p:pic>
    </p:spTree>
    <p:extLst>
      <p:ext uri="{BB962C8B-B14F-4D97-AF65-F5344CB8AC3E}">
        <p14:creationId xmlns:p14="http://schemas.microsoft.com/office/powerpoint/2010/main" val="22065856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Benefits of working with Planit 	</a:t>
            </a:r>
            <a:endParaRPr lang="en-US" dirty="0"/>
          </a:p>
        </p:txBody>
      </p:sp>
      <p:sp>
        <p:nvSpPr>
          <p:cNvPr id="3" name="Content Placeholder 2"/>
          <p:cNvSpPr>
            <a:spLocks noGrp="1"/>
          </p:cNvSpPr>
          <p:nvPr>
            <p:ph idx="1"/>
          </p:nvPr>
        </p:nvSpPr>
        <p:spPr/>
        <p:txBody>
          <a:bodyPr/>
          <a:lstStyle/>
          <a:p>
            <a:pPr marL="285750" indent="-285750" algn="l">
              <a:buFont typeface="Arial" panose="020B0604020202020204" pitchFamily="34" charset="0"/>
              <a:buChar char="•"/>
            </a:pPr>
            <a:r>
              <a:rPr lang="en-US" sz="1600" dirty="0" smtClean="0">
                <a:latin typeface="+mn-lt"/>
                <a:cs typeface="+mn-cs"/>
              </a:rPr>
              <a:t>Planit </a:t>
            </a:r>
            <a:r>
              <a:rPr lang="en-US" sz="1600" dirty="0">
                <a:latin typeface="+mn-lt"/>
                <a:cs typeface="+mn-cs"/>
              </a:rPr>
              <a:t>consultants have a rich exposure in scenario development and optimize in the selection of the right set of scenario’s for maximum coverage</a:t>
            </a:r>
          </a:p>
          <a:p>
            <a:pPr marL="285750" indent="-285750" algn="l">
              <a:buFont typeface="Arial" panose="020B0604020202020204" pitchFamily="34" charset="0"/>
              <a:buChar char="•"/>
            </a:pPr>
            <a:r>
              <a:rPr lang="en-US" sz="1600" dirty="0">
                <a:latin typeface="+mn-lt"/>
                <a:cs typeface="+mn-cs"/>
              </a:rPr>
              <a:t>Consistent track record of instant ROI across each execution cycle which helps in faster build deployments</a:t>
            </a:r>
          </a:p>
          <a:p>
            <a:pPr marL="285750" indent="-285750" algn="l">
              <a:buFont typeface="Arial" panose="020B0604020202020204" pitchFamily="34" charset="0"/>
              <a:buChar char="•"/>
            </a:pPr>
            <a:r>
              <a:rPr lang="en-US" sz="1600" dirty="0">
                <a:latin typeface="+mn-lt"/>
                <a:cs typeface="+mn-cs"/>
              </a:rPr>
              <a:t>Continuous feedback methodology at each milestone in accordance to the test plan to ensure the solution is updated and having it as a best fit</a:t>
            </a:r>
          </a:p>
          <a:p>
            <a:pPr marL="285750" indent="-285750" algn="l">
              <a:buFont typeface="Arial" panose="020B0604020202020204" pitchFamily="34" charset="0"/>
              <a:buChar char="•"/>
            </a:pPr>
            <a:r>
              <a:rPr lang="en-US" sz="1600" dirty="0">
                <a:latin typeface="+mn-lt"/>
                <a:cs typeface="+mn-cs"/>
              </a:rPr>
              <a:t>Value addition across the project life cycle by providing risk based testing approach to minimize the turn around time of executions with maximum coverage to critical functionalities of the application</a:t>
            </a:r>
            <a:r>
              <a:rPr lang="en-US" sz="1600" dirty="0" smtClean="0">
                <a:latin typeface="+mn-lt"/>
                <a:cs typeface="+mn-cs"/>
              </a:rPr>
              <a:t>.</a:t>
            </a:r>
            <a:endParaRPr lang="en-US" dirty="0"/>
          </a:p>
          <a:p>
            <a:pPr marL="285750" lvl="0" indent="-285750" algn="l">
              <a:buFont typeface="Arial" panose="020B0604020202020204" pitchFamily="34" charset="0"/>
              <a:buChar char="•"/>
            </a:pPr>
            <a:r>
              <a:rPr lang="en-US" sz="1600" dirty="0">
                <a:latin typeface="+mn-lt"/>
                <a:cs typeface="+mn-cs"/>
              </a:rPr>
              <a:t>Cost reduction – in staff &amp; Infrastructure for </a:t>
            </a:r>
            <a:r>
              <a:rPr lang="en-US" sz="1600" dirty="0" smtClean="0">
                <a:latin typeface="+mn-lt"/>
                <a:cs typeface="+mn-cs"/>
              </a:rPr>
              <a:t>devices, Planit </a:t>
            </a:r>
            <a:r>
              <a:rPr lang="en-US" sz="1600" dirty="0">
                <a:latin typeface="+mn-lt"/>
                <a:cs typeface="+mn-cs"/>
              </a:rPr>
              <a:t>deploys ISTQB trained staff. Given Planit has already delivered several projects with this model, it is well equipped to train the staff for specific </a:t>
            </a:r>
            <a:r>
              <a:rPr lang="en-US" sz="1600" dirty="0" smtClean="0">
                <a:latin typeface="+mn-lt"/>
                <a:cs typeface="+mn-cs"/>
              </a:rPr>
              <a:t>AGS requirements.</a:t>
            </a:r>
          </a:p>
          <a:p>
            <a:pPr marL="285750" indent="-285750" algn="l">
              <a:buFont typeface="Arial" panose="020B0604020202020204" pitchFamily="34" charset="0"/>
              <a:buChar char="•"/>
            </a:pPr>
            <a:r>
              <a:rPr lang="en-US" sz="1600" dirty="0">
                <a:latin typeface="+mn-lt"/>
                <a:cs typeface="+mn-cs"/>
              </a:rPr>
              <a:t>Improved Time to </a:t>
            </a:r>
            <a:r>
              <a:rPr lang="en-US" sz="1600" dirty="0" smtClean="0">
                <a:latin typeface="+mn-lt"/>
                <a:cs typeface="+mn-cs"/>
              </a:rPr>
              <a:t>Market-People </a:t>
            </a:r>
            <a:r>
              <a:rPr lang="en-US" sz="1600" dirty="0">
                <a:latin typeface="+mn-lt"/>
                <a:cs typeface="+mn-cs"/>
              </a:rPr>
              <a:t>Interactive can expect quick turnaround for testing to meet the expectations of business</a:t>
            </a:r>
          </a:p>
          <a:p>
            <a:pPr marL="285750" lvl="0" indent="-285750" algn="l">
              <a:buFont typeface="Arial" panose="020B0604020202020204" pitchFamily="34" charset="0"/>
              <a:buChar char="•"/>
            </a:pPr>
            <a:r>
              <a:rPr lang="en-US" sz="1600" dirty="0">
                <a:latin typeface="+mn-lt"/>
                <a:cs typeface="+mn-cs"/>
              </a:rPr>
              <a:t>Business </a:t>
            </a:r>
            <a:r>
              <a:rPr lang="en-US" sz="1600" dirty="0" smtClean="0">
                <a:latin typeface="+mn-lt"/>
                <a:cs typeface="+mn-cs"/>
              </a:rPr>
              <a:t>Visibility- Enhanced </a:t>
            </a:r>
            <a:r>
              <a:rPr lang="en-US" sz="1600" dirty="0">
                <a:latin typeface="+mn-lt"/>
                <a:cs typeface="+mn-cs"/>
              </a:rPr>
              <a:t>business visibility as well as availability of the application across multiple devices ensuring customer uptime and better market value from a digital standpoint</a:t>
            </a:r>
          </a:p>
          <a:p>
            <a:pPr marL="285750" indent="-285750" algn="l">
              <a:buFont typeface="Arial" panose="020B0604020202020204" pitchFamily="34" charset="0"/>
              <a:buChar char="•"/>
            </a:pPr>
            <a:r>
              <a:rPr lang="en-US" sz="1600" dirty="0" smtClean="0">
                <a:latin typeface="+mn-lt"/>
                <a:cs typeface="+mn-cs"/>
              </a:rPr>
              <a:t>Reliable </a:t>
            </a:r>
            <a:r>
              <a:rPr lang="en-US" sz="1600" dirty="0">
                <a:latin typeface="+mn-lt"/>
                <a:cs typeface="+mn-cs"/>
              </a:rPr>
              <a:t>On-going </a:t>
            </a:r>
            <a:r>
              <a:rPr lang="en-US" sz="1600" dirty="0">
                <a:latin typeface="+mn-lt"/>
                <a:cs typeface="+mn-cs"/>
              </a:rPr>
              <a:t>Support -People </a:t>
            </a:r>
            <a:r>
              <a:rPr lang="en-US" sz="1600" dirty="0">
                <a:latin typeface="+mn-lt"/>
                <a:cs typeface="+mn-cs"/>
              </a:rPr>
              <a:t>Interactive will able to focus on its core functional without worrying about attrition, </a:t>
            </a:r>
            <a:r>
              <a:rPr lang="en-US" sz="1600" dirty="0" smtClean="0">
                <a:latin typeface="+mn-lt"/>
                <a:cs typeface="+mn-cs"/>
              </a:rPr>
              <a:t> </a:t>
            </a:r>
          </a:p>
          <a:p>
            <a:pPr algn="l"/>
            <a:r>
              <a:rPr lang="en-US" sz="1600" dirty="0" smtClean="0">
                <a:latin typeface="+mn-lt"/>
                <a:cs typeface="+mn-cs"/>
              </a:rPr>
              <a:t>      supervision</a:t>
            </a:r>
            <a:r>
              <a:rPr lang="en-US" sz="1600" dirty="0">
                <a:latin typeface="+mn-lt"/>
                <a:cs typeface="+mn-cs"/>
              </a:rPr>
              <a:t>, overheads, people management and other related issues.</a:t>
            </a:r>
          </a:p>
          <a:p>
            <a:pPr marL="285750" indent="-285750" algn="l">
              <a:buFont typeface="Arial" panose="020B0604020202020204" pitchFamily="34" charset="0"/>
              <a:buChar char="•"/>
            </a:pPr>
            <a:endParaRPr lang="en-US" sz="1600" dirty="0">
              <a:latin typeface="+mn-lt"/>
              <a:cs typeface="+mn-cs"/>
            </a:endParaRPr>
          </a:p>
          <a:p>
            <a:pPr marL="285750" indent="-285750" algn="l">
              <a:buFont typeface="Arial" panose="020B0604020202020204" pitchFamily="34" charset="0"/>
              <a:buChar char="•"/>
            </a:pPr>
            <a:endParaRPr lang="en-US" sz="1600" dirty="0">
              <a:latin typeface="+mn-lt"/>
              <a:cs typeface="+mn-cs"/>
            </a:endParaRPr>
          </a:p>
          <a:p>
            <a:pPr marL="285750" indent="-285750" algn="l">
              <a:buFont typeface="Arial" panose="020B0604020202020204" pitchFamily="34" charset="0"/>
              <a:buChar char="•"/>
            </a:pPr>
            <a:endParaRPr lang="en-US" sz="1600" dirty="0">
              <a:latin typeface="+mn-lt"/>
              <a:cs typeface="+mn-cs"/>
            </a:endParaRPr>
          </a:p>
          <a:p>
            <a:pPr marL="285750" indent="-285750" algn="l">
              <a:buFont typeface="Arial" panose="020B0604020202020204" pitchFamily="34" charset="0"/>
              <a:buChar char="•"/>
            </a:pPr>
            <a:endParaRPr lang="en-US" sz="1600" dirty="0">
              <a:latin typeface="+mn-lt"/>
              <a:cs typeface="+mn-cs"/>
            </a:endParaRPr>
          </a:p>
          <a:p>
            <a:pPr marL="285750" indent="-285750" algn="l">
              <a:buFont typeface="Arial" panose="020B0604020202020204" pitchFamily="34" charset="0"/>
              <a:buChar char="•"/>
            </a:pPr>
            <a:endParaRPr lang="en-US" sz="1600" dirty="0">
              <a:latin typeface="+mn-lt"/>
              <a:cs typeface="+mn-cs"/>
            </a:endParaRPr>
          </a:p>
          <a:p>
            <a:endParaRPr lang="en-US" dirty="0" smtClean="0"/>
          </a:p>
          <a:p>
            <a:endParaRPr lang="en-US" dirty="0"/>
          </a:p>
          <a:p>
            <a:pPr marL="285750" indent="-285750">
              <a:buFont typeface="Arial" panose="020B0604020202020204" pitchFamily="34" charset="0"/>
              <a:buChar char="•"/>
            </a:pPr>
            <a:endParaRPr lang="en-US" dirty="0"/>
          </a:p>
          <a:p>
            <a:endParaRPr lang="en-US" dirty="0"/>
          </a:p>
        </p:txBody>
      </p:sp>
      <p:sp>
        <p:nvSpPr>
          <p:cNvPr id="4" name="Footer Placeholder 3"/>
          <p:cNvSpPr>
            <a:spLocks noGrp="1"/>
          </p:cNvSpPr>
          <p:nvPr>
            <p:ph type="ftr" sz="quarter" idx="11"/>
          </p:nvPr>
        </p:nvSpPr>
        <p:spPr/>
        <p:txBody>
          <a:bodyPr/>
          <a:lstStyle/>
          <a:p>
            <a:r>
              <a:rPr lang="en-AU" smtClean="0"/>
              <a:t>© Planit Software Testing</a:t>
            </a:r>
            <a:endParaRPr lang="en-AU" dirty="0"/>
          </a:p>
        </p:txBody>
      </p:sp>
      <p:sp>
        <p:nvSpPr>
          <p:cNvPr id="5" name="Slide Number Placeholder 4"/>
          <p:cNvSpPr>
            <a:spLocks noGrp="1"/>
          </p:cNvSpPr>
          <p:nvPr>
            <p:ph type="sldNum" sz="quarter" idx="12"/>
          </p:nvPr>
        </p:nvSpPr>
        <p:spPr/>
        <p:txBody>
          <a:bodyPr/>
          <a:lstStyle/>
          <a:p>
            <a:fld id="{B343C9CB-C555-4E9B-92D9-067BF6B13A25}" type="slidenum">
              <a:rPr lang="en-AU" smtClean="0"/>
              <a:pPr/>
              <a:t>12</a:t>
            </a:fld>
            <a:endParaRPr lang="en-AU" dirty="0"/>
          </a:p>
        </p:txBody>
      </p:sp>
    </p:spTree>
    <p:extLst>
      <p:ext uri="{BB962C8B-B14F-4D97-AF65-F5344CB8AC3E}">
        <p14:creationId xmlns:p14="http://schemas.microsoft.com/office/powerpoint/2010/main" val="2284525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Milestones for Fast Lane Project</a:t>
            </a:r>
            <a:endParaRPr lang="en-US" dirty="0"/>
          </a:p>
        </p:txBody>
      </p:sp>
      <p:sp>
        <p:nvSpPr>
          <p:cNvPr id="4" name="Footer Placeholder 3"/>
          <p:cNvSpPr>
            <a:spLocks noGrp="1"/>
          </p:cNvSpPr>
          <p:nvPr>
            <p:ph type="ftr" sz="quarter" idx="11"/>
          </p:nvPr>
        </p:nvSpPr>
        <p:spPr/>
        <p:txBody>
          <a:bodyPr/>
          <a:lstStyle/>
          <a:p>
            <a:r>
              <a:rPr lang="en-AU" smtClean="0"/>
              <a:t>© Planit Software Testing</a:t>
            </a:r>
            <a:endParaRPr lang="en-AU" dirty="0"/>
          </a:p>
        </p:txBody>
      </p:sp>
      <p:sp>
        <p:nvSpPr>
          <p:cNvPr id="5" name="Slide Number Placeholder 4"/>
          <p:cNvSpPr>
            <a:spLocks noGrp="1"/>
          </p:cNvSpPr>
          <p:nvPr>
            <p:ph type="sldNum" sz="quarter" idx="12"/>
          </p:nvPr>
        </p:nvSpPr>
        <p:spPr/>
        <p:txBody>
          <a:bodyPr/>
          <a:lstStyle/>
          <a:p>
            <a:fld id="{B343C9CB-C555-4E9B-92D9-067BF6B13A25}" type="slidenum">
              <a:rPr lang="en-AU" smtClean="0"/>
              <a:pPr/>
              <a:t>13</a:t>
            </a:fld>
            <a:endParaRPr lang="en-AU" dirty="0"/>
          </a:p>
        </p:txBody>
      </p:sp>
      <p:grpSp>
        <p:nvGrpSpPr>
          <p:cNvPr id="34" name="Group 33"/>
          <p:cNvGrpSpPr/>
          <p:nvPr/>
        </p:nvGrpSpPr>
        <p:grpSpPr>
          <a:xfrm>
            <a:off x="729170" y="1681794"/>
            <a:ext cx="10958349" cy="3082292"/>
            <a:chOff x="24320" y="1557969"/>
            <a:chExt cx="10958349" cy="3082292"/>
          </a:xfrm>
        </p:grpSpPr>
        <p:cxnSp>
          <p:nvCxnSpPr>
            <p:cNvPr id="6" name="Straight Connector 5"/>
            <p:cNvCxnSpPr/>
            <p:nvPr/>
          </p:nvCxnSpPr>
          <p:spPr>
            <a:xfrm flipV="1">
              <a:off x="247650" y="2946995"/>
              <a:ext cx="9968794" cy="223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47650" y="2971447"/>
              <a:ext cx="0" cy="1908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506362" y="2776714"/>
              <a:ext cx="0" cy="1908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969683" y="2969372"/>
              <a:ext cx="0" cy="1908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4283778" y="2765425"/>
              <a:ext cx="0" cy="1908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324825" y="2969371"/>
              <a:ext cx="0" cy="1908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700103" y="2776626"/>
              <a:ext cx="0" cy="1908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7976304" y="2992953"/>
              <a:ext cx="0" cy="1908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0216444" y="2969371"/>
              <a:ext cx="0" cy="1908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47650" y="1617908"/>
              <a:ext cx="1417461" cy="8353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Training, Scoping &amp; Analysis and Test Case Designing</a:t>
              </a:r>
              <a:endParaRPr lang="en-US" sz="1400" dirty="0">
                <a:solidFill>
                  <a:schemeClr val="tx1"/>
                </a:solidFill>
              </a:endParaRPr>
            </a:p>
          </p:txBody>
        </p:sp>
        <p:sp>
          <p:nvSpPr>
            <p:cNvPr id="20" name="Rectangle 19"/>
            <p:cNvSpPr/>
            <p:nvPr/>
          </p:nvSpPr>
          <p:spPr>
            <a:xfrm>
              <a:off x="82551" y="2860851"/>
              <a:ext cx="1417461" cy="49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Week 1</a:t>
              </a:r>
              <a:endParaRPr lang="en-US" sz="1600" dirty="0">
                <a:solidFill>
                  <a:schemeClr val="tx1"/>
                </a:solidFill>
              </a:endParaRPr>
            </a:p>
          </p:txBody>
        </p:sp>
        <p:sp>
          <p:nvSpPr>
            <p:cNvPr id="21" name="Rectangle 20"/>
            <p:cNvSpPr/>
            <p:nvPr/>
          </p:nvSpPr>
          <p:spPr>
            <a:xfrm>
              <a:off x="24320" y="2937832"/>
              <a:ext cx="3139017" cy="49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225425" algn="l"/>
                </a:tabLst>
              </a:pPr>
              <a:r>
                <a:rPr lang="en-US" sz="1600" dirty="0" smtClean="0">
                  <a:solidFill>
                    <a:schemeClr val="tx1"/>
                  </a:solidFill>
                </a:rPr>
                <a:t>                     Week     2  </a:t>
              </a:r>
              <a:endParaRPr lang="en-US" sz="1600" dirty="0">
                <a:solidFill>
                  <a:schemeClr val="tx1"/>
                </a:solidFill>
              </a:endParaRPr>
            </a:p>
          </p:txBody>
        </p:sp>
        <p:sp>
          <p:nvSpPr>
            <p:cNvPr id="22" name="Rectangle 21"/>
            <p:cNvSpPr/>
            <p:nvPr/>
          </p:nvSpPr>
          <p:spPr>
            <a:xfrm>
              <a:off x="2810228" y="2878578"/>
              <a:ext cx="1417461" cy="49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Week 3</a:t>
              </a:r>
              <a:endParaRPr lang="en-US" sz="1600" dirty="0">
                <a:solidFill>
                  <a:schemeClr val="tx1"/>
                </a:solidFill>
              </a:endParaRPr>
            </a:p>
          </p:txBody>
        </p:sp>
        <p:sp>
          <p:nvSpPr>
            <p:cNvPr id="24" name="Rectangle 23"/>
            <p:cNvSpPr/>
            <p:nvPr/>
          </p:nvSpPr>
          <p:spPr>
            <a:xfrm>
              <a:off x="5282642" y="2927690"/>
              <a:ext cx="1417461" cy="49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Week 5</a:t>
              </a:r>
              <a:endParaRPr lang="en-US" sz="1600" dirty="0">
                <a:solidFill>
                  <a:schemeClr val="tx1"/>
                </a:solidFill>
              </a:endParaRPr>
            </a:p>
          </p:txBody>
        </p:sp>
        <p:sp>
          <p:nvSpPr>
            <p:cNvPr id="26" name="Rectangle 25"/>
            <p:cNvSpPr/>
            <p:nvPr/>
          </p:nvSpPr>
          <p:spPr>
            <a:xfrm>
              <a:off x="1356818" y="3804883"/>
              <a:ext cx="1898981" cy="8353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Test case Design, Review and Sign-off</a:t>
              </a:r>
              <a:endParaRPr lang="en-US" dirty="0">
                <a:solidFill>
                  <a:schemeClr val="tx1"/>
                </a:solidFill>
              </a:endParaRPr>
            </a:p>
          </p:txBody>
        </p:sp>
        <p:sp>
          <p:nvSpPr>
            <p:cNvPr id="28" name="Rectangle 27"/>
            <p:cNvSpPr/>
            <p:nvPr/>
          </p:nvSpPr>
          <p:spPr>
            <a:xfrm>
              <a:off x="4283778" y="3686883"/>
              <a:ext cx="1417461" cy="8353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Functional Testing &amp; Bug Reporting</a:t>
              </a:r>
              <a:endParaRPr lang="en-US" sz="1400" dirty="0">
                <a:solidFill>
                  <a:schemeClr val="tx1"/>
                </a:solidFill>
              </a:endParaRPr>
            </a:p>
          </p:txBody>
        </p:sp>
        <p:sp>
          <p:nvSpPr>
            <p:cNvPr id="29" name="Rectangle 28"/>
            <p:cNvSpPr/>
            <p:nvPr/>
          </p:nvSpPr>
          <p:spPr>
            <a:xfrm>
              <a:off x="5338939" y="1592107"/>
              <a:ext cx="1417461" cy="8353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Regression and Retesting</a:t>
              </a:r>
              <a:endParaRPr lang="en-US" sz="1600" dirty="0">
                <a:solidFill>
                  <a:schemeClr val="tx1"/>
                </a:solidFill>
              </a:endParaRPr>
            </a:p>
          </p:txBody>
        </p:sp>
        <p:cxnSp>
          <p:nvCxnSpPr>
            <p:cNvPr id="35" name="Straight Connector 34"/>
            <p:cNvCxnSpPr/>
            <p:nvPr/>
          </p:nvCxnSpPr>
          <p:spPr>
            <a:xfrm>
              <a:off x="2244730" y="2981942"/>
              <a:ext cx="3" cy="8456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857603" y="2456570"/>
              <a:ext cx="0" cy="5244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3502025" y="2439196"/>
              <a:ext cx="0" cy="5244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2661693" y="2881141"/>
              <a:ext cx="2966848" cy="49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225425" algn="l"/>
                </a:tabLst>
              </a:pPr>
              <a:r>
                <a:rPr lang="en-US" sz="1600" dirty="0" smtClean="0">
                  <a:solidFill>
                    <a:schemeClr val="tx1"/>
                  </a:solidFill>
                </a:rPr>
                <a:t>                     Week     4 </a:t>
              </a:r>
              <a:endParaRPr lang="en-US" sz="1600" dirty="0">
                <a:solidFill>
                  <a:schemeClr val="tx1"/>
                </a:solidFill>
              </a:endParaRPr>
            </a:p>
          </p:txBody>
        </p:sp>
        <p:cxnSp>
          <p:nvCxnSpPr>
            <p:cNvPr id="47" name="Straight Connector 46"/>
            <p:cNvCxnSpPr/>
            <p:nvPr/>
          </p:nvCxnSpPr>
          <p:spPr>
            <a:xfrm>
              <a:off x="4817353" y="2990497"/>
              <a:ext cx="3" cy="8456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7320152" y="2980972"/>
              <a:ext cx="3" cy="8456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6431286" y="2927689"/>
              <a:ext cx="1417461" cy="49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Week    </a:t>
              </a:r>
              <a:r>
                <a:rPr lang="en-US" sz="1600" dirty="0" smtClean="0">
                  <a:solidFill>
                    <a:schemeClr val="tx1"/>
                  </a:solidFill>
                </a:rPr>
                <a:t>6</a:t>
              </a:r>
              <a:endParaRPr lang="en-US" sz="1600" dirty="0">
                <a:solidFill>
                  <a:schemeClr val="tx1"/>
                </a:solidFill>
              </a:endParaRPr>
            </a:p>
          </p:txBody>
        </p:sp>
        <p:cxnSp>
          <p:nvCxnSpPr>
            <p:cNvPr id="51" name="Straight Connector 50"/>
            <p:cNvCxnSpPr/>
            <p:nvPr/>
          </p:nvCxnSpPr>
          <p:spPr>
            <a:xfrm>
              <a:off x="5991372" y="2439196"/>
              <a:ext cx="0" cy="5244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2758720" y="1615369"/>
              <a:ext cx="1417461" cy="8353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Functional Testing  &amp; Bug Reporting</a:t>
              </a:r>
              <a:endParaRPr lang="en-US" sz="1400" dirty="0">
                <a:solidFill>
                  <a:schemeClr val="tx1"/>
                </a:solidFill>
              </a:endParaRPr>
            </a:p>
          </p:txBody>
        </p:sp>
        <p:sp>
          <p:nvSpPr>
            <p:cNvPr id="40" name="Rectangle 39"/>
            <p:cNvSpPr/>
            <p:nvPr/>
          </p:nvSpPr>
          <p:spPr>
            <a:xfrm>
              <a:off x="6729218" y="3703173"/>
              <a:ext cx="1417461" cy="8353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Functional Testing  &amp; Bug Reporting</a:t>
              </a:r>
              <a:endParaRPr lang="en-US" sz="1400" dirty="0">
                <a:solidFill>
                  <a:schemeClr val="tx1"/>
                </a:solidFill>
              </a:endParaRPr>
            </a:p>
          </p:txBody>
        </p:sp>
        <p:sp>
          <p:nvSpPr>
            <p:cNvPr id="44" name="Rectangle 43"/>
            <p:cNvSpPr/>
            <p:nvPr/>
          </p:nvSpPr>
          <p:spPr>
            <a:xfrm>
              <a:off x="7940204" y="2944432"/>
              <a:ext cx="1417461" cy="49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Week </a:t>
              </a:r>
              <a:r>
                <a:rPr lang="en-US" sz="1600" dirty="0" smtClean="0">
                  <a:solidFill>
                    <a:schemeClr val="tx1"/>
                  </a:solidFill>
                </a:rPr>
                <a:t>7</a:t>
              </a:r>
              <a:endParaRPr lang="en-US" sz="1600" dirty="0">
                <a:solidFill>
                  <a:schemeClr val="tx1"/>
                </a:solidFill>
              </a:endParaRPr>
            </a:p>
          </p:txBody>
        </p:sp>
        <p:sp>
          <p:nvSpPr>
            <p:cNvPr id="45" name="Rectangle 44"/>
            <p:cNvSpPr/>
            <p:nvPr/>
          </p:nvSpPr>
          <p:spPr>
            <a:xfrm>
              <a:off x="7976304" y="1557969"/>
              <a:ext cx="1417461" cy="8353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Functional Testing  &amp; Bug Reporting</a:t>
              </a:r>
              <a:endParaRPr lang="en-US" sz="1400" dirty="0">
                <a:solidFill>
                  <a:schemeClr val="tx1"/>
                </a:solidFill>
              </a:endParaRPr>
            </a:p>
          </p:txBody>
        </p:sp>
        <p:cxnSp>
          <p:nvCxnSpPr>
            <p:cNvPr id="46" name="Straight Connector 45"/>
            <p:cNvCxnSpPr/>
            <p:nvPr/>
          </p:nvCxnSpPr>
          <p:spPr>
            <a:xfrm>
              <a:off x="8685034" y="2420030"/>
              <a:ext cx="0" cy="52440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Rectangle 52"/>
            <p:cNvSpPr/>
            <p:nvPr/>
          </p:nvSpPr>
          <p:spPr>
            <a:xfrm>
              <a:off x="8015821" y="2864487"/>
              <a:ext cx="2966848" cy="4919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225425" algn="l"/>
                </a:tabLst>
              </a:pPr>
              <a:r>
                <a:rPr lang="en-US" sz="1600" dirty="0" smtClean="0">
                  <a:solidFill>
                    <a:schemeClr val="tx1"/>
                  </a:solidFill>
                </a:rPr>
                <a:t>                     Week     </a:t>
              </a:r>
              <a:r>
                <a:rPr lang="en-US" sz="1600" dirty="0" smtClean="0">
                  <a:solidFill>
                    <a:schemeClr val="tx1"/>
                  </a:solidFill>
                </a:rPr>
                <a:t>8 </a:t>
              </a:r>
              <a:endParaRPr lang="en-US" sz="1600" dirty="0">
                <a:solidFill>
                  <a:schemeClr val="tx1"/>
                </a:solidFill>
              </a:endParaRPr>
            </a:p>
          </p:txBody>
        </p:sp>
        <p:cxnSp>
          <p:nvCxnSpPr>
            <p:cNvPr id="54" name="Straight Connector 53"/>
            <p:cNvCxnSpPr/>
            <p:nvPr/>
          </p:nvCxnSpPr>
          <p:spPr>
            <a:xfrm>
              <a:off x="9346524" y="2748315"/>
              <a:ext cx="0" cy="19085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10219260" y="2947723"/>
              <a:ext cx="3" cy="8456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9399203" y="3707642"/>
              <a:ext cx="1417461" cy="8353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rPr>
                <a:t>Regression, Retesting and Testing deliverables</a:t>
              </a:r>
              <a:endParaRPr lang="en-US" sz="1400" dirty="0">
                <a:solidFill>
                  <a:schemeClr val="tx1"/>
                </a:solidFill>
              </a:endParaRPr>
            </a:p>
          </p:txBody>
        </p:sp>
      </p:grpSp>
    </p:spTree>
    <p:extLst>
      <p:ext uri="{BB962C8B-B14F-4D97-AF65-F5344CB8AC3E}">
        <p14:creationId xmlns:p14="http://schemas.microsoft.com/office/powerpoint/2010/main" val="13736157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88425" y="5781963"/>
            <a:ext cx="4615709" cy="392811"/>
          </a:xfrm>
        </p:spPr>
        <p:style>
          <a:lnRef idx="0">
            <a:schemeClr val="accent3"/>
          </a:lnRef>
          <a:fillRef idx="3">
            <a:schemeClr val="accent3"/>
          </a:fillRef>
          <a:effectRef idx="3">
            <a:schemeClr val="accent3"/>
          </a:effectRef>
          <a:fontRef idx="minor">
            <a:schemeClr val="lt1"/>
          </a:fontRef>
        </p:style>
        <p:txBody>
          <a:bodyPr>
            <a:normAutofit fontScale="90000"/>
          </a:bodyPr>
          <a:lstStyle/>
          <a:p>
            <a:pPr algn="ctr"/>
            <a:r>
              <a:rPr lang="en-AU" sz="2400" dirty="0" smtClean="0"/>
              <a:t>Timelines &amp; Commercials</a:t>
            </a:r>
            <a:endParaRPr lang="en-AU" sz="2400" dirty="0"/>
          </a:p>
        </p:txBody>
      </p:sp>
      <p:sp>
        <p:nvSpPr>
          <p:cNvPr id="4" name="Footer Placeholder 3"/>
          <p:cNvSpPr>
            <a:spLocks noGrp="1"/>
          </p:cNvSpPr>
          <p:nvPr>
            <p:ph type="ftr" sz="quarter" idx="11"/>
          </p:nvPr>
        </p:nvSpPr>
        <p:spPr/>
        <p:txBody>
          <a:bodyPr/>
          <a:lstStyle/>
          <a:p>
            <a:r>
              <a:rPr lang="en-AU"/>
              <a:t>© Planit Software Testing</a:t>
            </a:r>
            <a:endParaRPr lang="en-AU" dirty="0"/>
          </a:p>
        </p:txBody>
      </p:sp>
      <p:sp>
        <p:nvSpPr>
          <p:cNvPr id="5" name="Slide Number Placeholder 4"/>
          <p:cNvSpPr>
            <a:spLocks noGrp="1"/>
          </p:cNvSpPr>
          <p:nvPr>
            <p:ph type="sldNum" sz="quarter" idx="12"/>
          </p:nvPr>
        </p:nvSpPr>
        <p:spPr/>
        <p:txBody>
          <a:bodyPr/>
          <a:lstStyle/>
          <a:p>
            <a:fld id="{B343C9CB-C555-4E9B-92D9-067BF6B13A25}" type="slidenum">
              <a:rPr lang="en-AU" smtClean="0"/>
              <a:pPr/>
              <a:t>14</a:t>
            </a:fld>
            <a:endParaRPr lang="en-AU" dirty="0"/>
          </a:p>
        </p:txBody>
      </p:sp>
    </p:spTree>
    <p:custDataLst>
      <p:tags r:id="rId1"/>
    </p:custDataLst>
    <p:extLst>
      <p:ext uri="{BB962C8B-B14F-4D97-AF65-F5344CB8AC3E}">
        <p14:creationId xmlns:p14="http://schemas.microsoft.com/office/powerpoint/2010/main" val="41546438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715" y="-43868"/>
            <a:ext cx="10534685" cy="1143000"/>
          </a:xfrm>
        </p:spPr>
        <p:txBody>
          <a:bodyPr/>
          <a:lstStyle/>
          <a:p>
            <a:r>
              <a:rPr lang="en-US" sz="3200" dirty="0" smtClean="0"/>
              <a:t>Commercials</a:t>
            </a:r>
            <a:endParaRPr lang="en-US" sz="3200" dirty="0"/>
          </a:p>
        </p:txBody>
      </p:sp>
      <p:sp>
        <p:nvSpPr>
          <p:cNvPr id="5" name="Slide Number Placeholder 4"/>
          <p:cNvSpPr>
            <a:spLocks noGrp="1"/>
          </p:cNvSpPr>
          <p:nvPr>
            <p:ph type="sldNum" sz="quarter" idx="12"/>
          </p:nvPr>
        </p:nvSpPr>
        <p:spPr/>
        <p:txBody>
          <a:bodyPr/>
          <a:lstStyle/>
          <a:p>
            <a:fld id="{77939D24-1174-4D5F-84B4-90B599C0D1CB}" type="slidenum">
              <a:rPr lang="en-IN" smtClean="0"/>
              <a:pPr/>
              <a:t>15</a:t>
            </a:fld>
            <a:endParaRPr lang="en-IN" dirty="0"/>
          </a:p>
        </p:txBody>
      </p:sp>
      <p:sp>
        <p:nvSpPr>
          <p:cNvPr id="6" name="Rectangle 5"/>
          <p:cNvSpPr/>
          <p:nvPr/>
        </p:nvSpPr>
        <p:spPr>
          <a:xfrm>
            <a:off x="1219200" y="1498600"/>
            <a:ext cx="10058400" cy="4594696"/>
          </a:xfrm>
          <a:prstGeom prst="rect">
            <a:avLst/>
          </a:prstGeom>
        </p:spPr>
        <p:txBody>
          <a:bodyPr vert="horz" lIns="121917" tIns="60958" rIns="121917" bIns="60958" rtlCol="0">
            <a:normAutofit/>
          </a:bodyPr>
          <a:lstStyle/>
          <a:p>
            <a:pPr eaLnBrk="0" fontAlgn="base" hangingPunct="0">
              <a:lnSpc>
                <a:spcPct val="150000"/>
              </a:lnSpc>
            </a:pPr>
            <a:r>
              <a:rPr lang="en-IN" dirty="0" smtClean="0"/>
              <a:t>  </a:t>
            </a:r>
            <a:endParaRPr lang="en-IN" dirty="0"/>
          </a:p>
        </p:txBody>
      </p:sp>
      <p:sp>
        <p:nvSpPr>
          <p:cNvPr id="7" name="Rectangle 6"/>
          <p:cNvSpPr/>
          <p:nvPr/>
        </p:nvSpPr>
        <p:spPr>
          <a:xfrm>
            <a:off x="401580" y="647700"/>
            <a:ext cx="10515802" cy="5878532"/>
          </a:xfrm>
          <a:prstGeom prst="rect">
            <a:avLst/>
          </a:prstGeom>
        </p:spPr>
        <p:txBody>
          <a:bodyPr wrap="square">
            <a:spAutoFit/>
          </a:bodyPr>
          <a:lstStyle/>
          <a:p>
            <a:pPr marL="152384"/>
            <a:endParaRPr lang="en-GB" sz="1600" dirty="0" smtClean="0"/>
          </a:p>
          <a:p>
            <a:pPr marL="609573" indent="-457189" algn="just">
              <a:buFont typeface="Arial" panose="020B0604020202020204" pitchFamily="34" charset="0"/>
              <a:buChar char="•"/>
            </a:pPr>
            <a:r>
              <a:rPr lang="en-GB" sz="1400" dirty="0" smtClean="0"/>
              <a:t>Based on the discussion which Planit team has had with AGS  team we will be able to close </a:t>
            </a:r>
            <a:r>
              <a:rPr lang="en-GB" sz="1400" dirty="0" smtClean="0"/>
              <a:t>this piece of work </a:t>
            </a:r>
            <a:r>
              <a:rPr lang="en-GB" sz="1400" dirty="0" smtClean="0"/>
              <a:t>within 2 months of time at a fixed cost of INR </a:t>
            </a:r>
            <a:r>
              <a:rPr lang="en-GB" sz="1400" dirty="0" smtClean="0"/>
              <a:t>850,000+ taxes. </a:t>
            </a:r>
            <a:r>
              <a:rPr lang="en-GB" sz="1400" dirty="0" smtClean="0"/>
              <a:t>The fee includes the cost of full time team, support  of domain leadership and project management and control. To support the ongoing activity as well the upcoming releases in the near </a:t>
            </a:r>
            <a:r>
              <a:rPr lang="en-GB" sz="1400" dirty="0" smtClean="0"/>
              <a:t>terms. If there is any extension in the project which is beyond control of Planit India we will be charging as per the below rate card.</a:t>
            </a:r>
            <a:endParaRPr lang="en-GB" sz="1400" dirty="0" smtClean="0"/>
          </a:p>
          <a:p>
            <a:pPr marL="609573" indent="-457189">
              <a:buFont typeface="Arial" panose="020B0604020202020204" pitchFamily="34" charset="0"/>
              <a:buChar char="•"/>
            </a:pPr>
            <a:endParaRPr lang="en-GB" sz="1600" dirty="0" smtClean="0"/>
          </a:p>
          <a:p>
            <a:pPr marL="609573" indent="-457189">
              <a:buFont typeface="Arial" panose="020B0604020202020204" pitchFamily="34" charset="0"/>
              <a:buChar char="•"/>
            </a:pPr>
            <a:endParaRPr lang="en-GB" sz="1600" dirty="0"/>
          </a:p>
          <a:p>
            <a:pPr marL="609573" indent="-457189">
              <a:buFont typeface="Arial" panose="020B0604020202020204" pitchFamily="34" charset="0"/>
              <a:buChar char="•"/>
            </a:pPr>
            <a:endParaRPr lang="en-GB" sz="1600" dirty="0" smtClean="0"/>
          </a:p>
          <a:p>
            <a:pPr marL="609573" indent="-457189">
              <a:buFont typeface="Arial" panose="020B0604020202020204" pitchFamily="34" charset="0"/>
              <a:buChar char="•"/>
            </a:pPr>
            <a:endParaRPr lang="en-GB" sz="1600" dirty="0"/>
          </a:p>
          <a:p>
            <a:pPr marL="609573" indent="-457189">
              <a:buFont typeface="Arial" panose="020B0604020202020204" pitchFamily="34" charset="0"/>
              <a:buChar char="•"/>
            </a:pPr>
            <a:endParaRPr lang="en-GB" sz="1600" dirty="0" smtClean="0"/>
          </a:p>
          <a:p>
            <a:pPr marL="609573" indent="-457189">
              <a:buFont typeface="Arial" panose="020B0604020202020204" pitchFamily="34" charset="0"/>
              <a:buChar char="•"/>
            </a:pPr>
            <a:endParaRPr lang="en-GB" sz="1600" dirty="0"/>
          </a:p>
          <a:p>
            <a:pPr marL="609573" indent="-457189">
              <a:buFont typeface="Arial" panose="020B0604020202020204" pitchFamily="34" charset="0"/>
              <a:buChar char="•"/>
            </a:pPr>
            <a:endParaRPr lang="en-GB" sz="1600" dirty="0" smtClean="0"/>
          </a:p>
          <a:p>
            <a:pPr marL="609573" indent="-457189">
              <a:buFont typeface="Arial" panose="020B0604020202020204" pitchFamily="34" charset="0"/>
              <a:buChar char="•"/>
            </a:pPr>
            <a:endParaRPr lang="en-GB" sz="1600" dirty="0"/>
          </a:p>
          <a:p>
            <a:pPr marL="152384"/>
            <a:endParaRPr lang="en-GB" sz="1600" dirty="0" smtClean="0"/>
          </a:p>
          <a:p>
            <a:pPr marL="609573" indent="-457189">
              <a:buFont typeface="Arial" panose="020B0604020202020204" pitchFamily="34" charset="0"/>
              <a:buChar char="•"/>
            </a:pPr>
            <a:r>
              <a:rPr lang="en-GB" sz="1400" dirty="0" smtClean="0"/>
              <a:t>Payment Terms: We would charge for our services in three instalments</a:t>
            </a:r>
          </a:p>
          <a:p>
            <a:pPr marL="1066773" lvl="1" indent="-457189">
              <a:buFont typeface="Arial" panose="020B0604020202020204" pitchFamily="34" charset="0"/>
              <a:buChar char="•"/>
            </a:pPr>
            <a:r>
              <a:rPr lang="en-GB" sz="1400" dirty="0" smtClean="0"/>
              <a:t>25% as advance with the PO</a:t>
            </a:r>
          </a:p>
          <a:p>
            <a:pPr marL="1066773" lvl="1" indent="-457189">
              <a:buFont typeface="Arial" panose="020B0604020202020204" pitchFamily="34" charset="0"/>
              <a:buChar char="•"/>
            </a:pPr>
            <a:r>
              <a:rPr lang="en-GB" sz="1400" dirty="0" smtClean="0"/>
              <a:t>50% upon completion of 1 month of testing</a:t>
            </a:r>
          </a:p>
          <a:p>
            <a:pPr marL="1066773" lvl="1" indent="-457189">
              <a:buFont typeface="Arial" panose="020B0604020202020204" pitchFamily="34" charset="0"/>
              <a:buChar char="•"/>
            </a:pPr>
            <a:r>
              <a:rPr lang="en-GB" sz="1400" dirty="0" smtClean="0"/>
              <a:t>The remaining 25% would be payable 15 days after the completion of the </a:t>
            </a:r>
            <a:r>
              <a:rPr lang="en-GB" sz="1400" dirty="0" smtClean="0"/>
              <a:t>activity</a:t>
            </a:r>
            <a:endParaRPr lang="en-GB" sz="1400" dirty="0" smtClean="0"/>
          </a:p>
          <a:p>
            <a:pPr marL="1066773" lvl="1" indent="-457189">
              <a:buFont typeface="Arial" panose="020B0604020202020204" pitchFamily="34" charset="0"/>
              <a:buChar char="•"/>
            </a:pPr>
            <a:r>
              <a:rPr lang="en-GB" sz="1400" dirty="0" smtClean="0">
                <a:solidFill>
                  <a:srgbClr val="FF0000"/>
                </a:solidFill>
              </a:rPr>
              <a:t>Any </a:t>
            </a:r>
            <a:r>
              <a:rPr lang="en-GB" sz="1400" dirty="0" smtClean="0">
                <a:solidFill>
                  <a:srgbClr val="FF0000"/>
                </a:solidFill>
              </a:rPr>
              <a:t>CR or addition of screens or functional flows will be charged additional @</a:t>
            </a:r>
          </a:p>
          <a:p>
            <a:pPr marL="1066773" lvl="1" indent="-457189">
              <a:buFont typeface="Arial" panose="020B0604020202020204" pitchFamily="34" charset="0"/>
              <a:buChar char="•"/>
            </a:pPr>
            <a:r>
              <a:rPr lang="en-GB" sz="1400" dirty="0" smtClean="0"/>
              <a:t>The payment for our T&amp;M fees would billed on monthly basis and to be paid within 30 days of raising invoice</a:t>
            </a:r>
          </a:p>
          <a:p>
            <a:pPr marL="609573" indent="-457189">
              <a:buFont typeface="Arial" panose="020B0604020202020204" pitchFamily="34" charset="0"/>
              <a:buChar char="•"/>
            </a:pPr>
            <a:r>
              <a:rPr lang="en-GB" sz="1400" dirty="0" smtClean="0"/>
              <a:t>Taxes </a:t>
            </a:r>
            <a:r>
              <a:rPr lang="en-GB" sz="1400" dirty="0"/>
              <a:t>and other statutory duties will be charged as per extant </a:t>
            </a:r>
            <a:r>
              <a:rPr lang="en-GB" sz="1400" dirty="0" smtClean="0"/>
              <a:t>norms. The invoices would be payable net 30 days</a:t>
            </a:r>
          </a:p>
          <a:p>
            <a:pPr marL="152384"/>
            <a:endParaRPr lang="en-GB" sz="1400" dirty="0"/>
          </a:p>
          <a:p>
            <a:pPr marL="609573" indent="-457189">
              <a:buFont typeface="Arial" panose="020B0604020202020204" pitchFamily="34" charset="0"/>
              <a:buChar char="•"/>
            </a:pPr>
            <a:endParaRPr lang="en-GB" sz="1600" dirty="0" smtClean="0"/>
          </a:p>
          <a:p>
            <a:pPr marL="609573" indent="-457189">
              <a:buFont typeface="Arial" panose="020B0604020202020204" pitchFamily="34" charset="0"/>
              <a:buChar char="•"/>
            </a:pPr>
            <a:endParaRPr lang="en-GB" sz="1600" dirty="0"/>
          </a:p>
          <a:p>
            <a:pPr marL="609573" indent="-457189">
              <a:buFont typeface="Arial" panose="020B0604020202020204" pitchFamily="34" charset="0"/>
              <a:buChar char="•"/>
            </a:pPr>
            <a:endParaRPr lang="en-GB" sz="1600" dirty="0" smtClean="0"/>
          </a:p>
        </p:txBody>
      </p:sp>
      <p:graphicFrame>
        <p:nvGraphicFramePr>
          <p:cNvPr id="8" name="Table 7"/>
          <p:cNvGraphicFramePr>
            <a:graphicFrameLocks noGrp="1"/>
          </p:cNvGraphicFramePr>
          <p:nvPr>
            <p:extLst>
              <p:ext uri="{D42A27DB-BD31-4B8C-83A1-F6EECF244321}">
                <p14:modId xmlns:p14="http://schemas.microsoft.com/office/powerpoint/2010/main" val="979118970"/>
              </p:ext>
            </p:extLst>
          </p:nvPr>
        </p:nvGraphicFramePr>
        <p:xfrm>
          <a:off x="1219199" y="1973701"/>
          <a:ext cx="6829425" cy="1605377"/>
        </p:xfrm>
        <a:graphic>
          <a:graphicData uri="http://schemas.openxmlformats.org/drawingml/2006/table">
            <a:tbl>
              <a:tblPr/>
              <a:tblGrid>
                <a:gridCol w="2387137">
                  <a:extLst>
                    <a:ext uri="{9D8B030D-6E8A-4147-A177-3AD203B41FA5}">
                      <a16:colId xmlns:a16="http://schemas.microsoft.com/office/drawing/2014/main" val="2510798970"/>
                    </a:ext>
                  </a:extLst>
                </a:gridCol>
                <a:gridCol w="2055151">
                  <a:extLst>
                    <a:ext uri="{9D8B030D-6E8A-4147-A177-3AD203B41FA5}">
                      <a16:colId xmlns:a16="http://schemas.microsoft.com/office/drawing/2014/main" val="1100264659"/>
                    </a:ext>
                  </a:extLst>
                </a:gridCol>
                <a:gridCol w="2387137">
                  <a:extLst>
                    <a:ext uri="{9D8B030D-6E8A-4147-A177-3AD203B41FA5}">
                      <a16:colId xmlns:a16="http://schemas.microsoft.com/office/drawing/2014/main" val="405900481"/>
                    </a:ext>
                  </a:extLst>
                </a:gridCol>
              </a:tblGrid>
              <a:tr h="216455">
                <a:tc rowSpan="2">
                  <a:txBody>
                    <a:bodyPr/>
                    <a:lstStyle/>
                    <a:p>
                      <a:pPr algn="ctr" rtl="0" fontAlgn="ctr"/>
                      <a:r>
                        <a:rPr lang="en-US" sz="1100" b="1" i="0" u="none" strike="noStrike">
                          <a:solidFill>
                            <a:srgbClr val="FFFFFF"/>
                          </a:solidFill>
                          <a:effectLst/>
                          <a:latin typeface="Calibri" panose="020F0502020204030204" pitchFamily="34" charset="0"/>
                        </a:rPr>
                        <a:t>Job Title</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rowSpan="2">
                  <a:txBody>
                    <a:bodyPr/>
                    <a:lstStyle/>
                    <a:p>
                      <a:pPr algn="ctr" rtl="0" fontAlgn="ctr"/>
                      <a:r>
                        <a:rPr lang="en-US" sz="1100" b="1" i="0" u="none" strike="noStrike" dirty="0">
                          <a:solidFill>
                            <a:srgbClr val="FFFFFF"/>
                          </a:solidFill>
                          <a:effectLst/>
                          <a:latin typeface="Calibri" panose="020F0502020204030204" pitchFamily="34" charset="0"/>
                        </a:rPr>
                        <a:t>Experience  Years</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a:txBody>
                    <a:bodyPr/>
                    <a:lstStyle/>
                    <a:p>
                      <a:pPr algn="ctr" rtl="0" fontAlgn="ctr"/>
                      <a:r>
                        <a:rPr lang="en-US" sz="1100" b="1" i="0" u="none" strike="noStrike">
                          <a:solidFill>
                            <a:srgbClr val="FFFFFF"/>
                          </a:solidFill>
                          <a:effectLst/>
                          <a:latin typeface="Calibri" panose="020F0502020204030204" pitchFamily="34" charset="0"/>
                        </a:rPr>
                        <a:t> </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rgbClr val="5B9BD5"/>
                    </a:solidFill>
                  </a:tcPr>
                </a:tc>
                <a:extLst>
                  <a:ext uri="{0D108BD9-81ED-4DB2-BD59-A6C34878D82A}">
                    <a16:rowId xmlns:a16="http://schemas.microsoft.com/office/drawing/2014/main" val="3069721806"/>
                  </a:ext>
                </a:extLst>
              </a:tr>
              <a:tr h="360759">
                <a:tc vMerge="1">
                  <a:txBody>
                    <a:bodyPr/>
                    <a:lstStyle/>
                    <a:p>
                      <a:endParaRPr lang="en-US"/>
                    </a:p>
                  </a:txBody>
                  <a:tcPr/>
                </a:tc>
                <a:tc vMerge="1">
                  <a:txBody>
                    <a:bodyPr/>
                    <a:lstStyle/>
                    <a:p>
                      <a:endParaRPr lang="en-US"/>
                    </a:p>
                  </a:txBody>
                  <a:tcPr/>
                </a:tc>
                <a:tc>
                  <a:txBody>
                    <a:bodyPr/>
                    <a:lstStyle/>
                    <a:p>
                      <a:pPr algn="ctr" rtl="0" fontAlgn="ctr"/>
                      <a:r>
                        <a:rPr lang="en-US" sz="1100" b="1" i="0" u="none" strike="noStrike">
                          <a:solidFill>
                            <a:srgbClr val="FFFFFF"/>
                          </a:solidFill>
                          <a:effectLst/>
                          <a:latin typeface="Calibri" panose="020F0502020204030204" pitchFamily="34" charset="0"/>
                        </a:rPr>
                        <a:t>Recommended (INR/Month)</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185703483"/>
                  </a:ext>
                </a:extLst>
              </a:tr>
              <a:tr h="207436">
                <a:tc gridSpan="3">
                  <a:txBody>
                    <a:bodyPr/>
                    <a:lstStyle/>
                    <a:p>
                      <a:pPr algn="ctr" rtl="0" fontAlgn="ctr"/>
                      <a:r>
                        <a:rPr lang="en-US" sz="1100" b="1" i="0" u="none" strike="noStrike">
                          <a:solidFill>
                            <a:srgbClr val="FFFFFF"/>
                          </a:solidFill>
                          <a:effectLst/>
                          <a:latin typeface="Calibri" panose="020F0502020204030204" pitchFamily="34" charset="0"/>
                        </a:rPr>
                        <a:t>Functional Testing</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77539875"/>
                  </a:ext>
                </a:extLst>
              </a:tr>
              <a:tr h="414873">
                <a:tc>
                  <a:txBody>
                    <a:bodyPr/>
                    <a:lstStyle/>
                    <a:p>
                      <a:pPr algn="l" rtl="0" fontAlgn="ctr"/>
                      <a:r>
                        <a:rPr lang="en-US" sz="1100" b="1" i="0" u="none" strike="noStrike" dirty="0">
                          <a:solidFill>
                            <a:srgbClr val="FFFFFF"/>
                          </a:solidFill>
                          <a:effectLst/>
                          <a:latin typeface="Calibri" panose="020F0502020204030204" pitchFamily="34" charset="0"/>
                        </a:rPr>
                        <a:t>Senior Test engineer</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rtl="0" fontAlgn="ctr"/>
                      <a:r>
                        <a:rPr lang="en-US" sz="1100" b="0" i="0" u="none" strike="noStrike">
                          <a:solidFill>
                            <a:srgbClr val="000000"/>
                          </a:solidFill>
                          <a:effectLst/>
                          <a:latin typeface="Calibri" panose="020F0502020204030204" pitchFamily="34" charset="0"/>
                        </a:rPr>
                        <a:t>2-4 years</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fontAlgn="ctr"/>
                      <a:r>
                        <a:rPr lang="en-US" sz="1100" b="0" i="0" u="none" strike="noStrike" dirty="0" smtClean="0">
                          <a:solidFill>
                            <a:srgbClr val="000000"/>
                          </a:solidFill>
                          <a:effectLst/>
                          <a:latin typeface="Calibri" panose="020F0502020204030204" pitchFamily="34" charset="0"/>
                        </a:rPr>
                        <a:t>85000</a:t>
                      </a:r>
                      <a:endParaRPr lang="en-US" sz="11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924308601"/>
                  </a:ext>
                </a:extLst>
              </a:tr>
              <a:tr h="405854">
                <a:tc>
                  <a:txBody>
                    <a:bodyPr/>
                    <a:lstStyle/>
                    <a:p>
                      <a:pPr algn="l" rtl="0" fontAlgn="ctr"/>
                      <a:r>
                        <a:rPr lang="en-US" sz="1100" b="1" i="0" u="none" strike="noStrike" dirty="0" smtClean="0">
                          <a:solidFill>
                            <a:srgbClr val="FFFFFF"/>
                          </a:solidFill>
                          <a:effectLst/>
                          <a:latin typeface="Calibri" panose="020F0502020204030204" pitchFamily="34" charset="0"/>
                        </a:rPr>
                        <a:t>Test </a:t>
                      </a:r>
                      <a:r>
                        <a:rPr lang="en-US" sz="1100" b="1" i="0" u="none" strike="noStrike" dirty="0">
                          <a:solidFill>
                            <a:srgbClr val="FFFFFF"/>
                          </a:solidFill>
                          <a:effectLst/>
                          <a:latin typeface="Calibri" panose="020F0502020204030204" pitchFamily="34" charset="0"/>
                        </a:rPr>
                        <a:t>engineer</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rtl="0" fontAlgn="ctr"/>
                      <a:r>
                        <a:rPr lang="en-US" sz="1100" b="0" i="0" u="none" strike="noStrike" dirty="0">
                          <a:solidFill>
                            <a:srgbClr val="000000"/>
                          </a:solidFill>
                          <a:effectLst/>
                          <a:latin typeface="Calibri" panose="020F0502020204030204" pitchFamily="34" charset="0"/>
                        </a:rPr>
                        <a:t>1-2 years</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l" rtl="0" fontAlgn="ctr"/>
                      <a:r>
                        <a:rPr lang="en-US" sz="1100" b="0" i="0" u="none" strike="noStrike" dirty="0">
                          <a:solidFill>
                            <a:srgbClr val="000000"/>
                          </a:solidFill>
                          <a:effectLst/>
                          <a:latin typeface="Calibri" panose="020F0502020204030204" pitchFamily="34" charset="0"/>
                        </a:rPr>
                        <a:t>65000</a:t>
                      </a:r>
                    </a:p>
                  </a:txBody>
                  <a:tcPr marL="7620" marR="7620" marT="762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2091620022"/>
                  </a:ext>
                </a:extLst>
              </a:tr>
            </a:tbl>
          </a:graphicData>
        </a:graphic>
      </p:graphicFrame>
    </p:spTree>
    <p:extLst>
      <p:ext uri="{BB962C8B-B14F-4D97-AF65-F5344CB8AC3E}">
        <p14:creationId xmlns:p14="http://schemas.microsoft.com/office/powerpoint/2010/main" val="32414454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Commercials</a:t>
            </a:r>
            <a:endParaRPr lang="en-US" dirty="0"/>
          </a:p>
        </p:txBody>
      </p:sp>
      <p:sp>
        <p:nvSpPr>
          <p:cNvPr id="3" name="Content Placeholder 2"/>
          <p:cNvSpPr>
            <a:spLocks noGrp="1"/>
          </p:cNvSpPr>
          <p:nvPr>
            <p:ph idx="1"/>
          </p:nvPr>
        </p:nvSpPr>
        <p:spPr/>
        <p:txBody>
          <a:bodyPr>
            <a:normAutofit fontScale="47500" lnSpcReduction="20000"/>
          </a:bodyPr>
          <a:lstStyle/>
          <a:p>
            <a:r>
              <a:rPr lang="en-US" sz="3400" b="1" dirty="0" smtClean="0">
                <a:latin typeface="+mn-lt"/>
              </a:rPr>
              <a:t>Other Terms</a:t>
            </a:r>
          </a:p>
          <a:p>
            <a:endParaRPr lang="en-US" dirty="0" smtClean="0">
              <a:latin typeface="+mn-lt"/>
            </a:endParaRPr>
          </a:p>
          <a:p>
            <a:pPr marL="285750" lvl="0" indent="-285750">
              <a:buFont typeface="Arial" panose="020B0604020202020204" pitchFamily="34" charset="0"/>
              <a:buChar char="•"/>
            </a:pPr>
            <a:r>
              <a:rPr lang="en-US" sz="3200" dirty="0">
                <a:latin typeface="+mn-lt"/>
              </a:rPr>
              <a:t>Planit team would work 5 days a week as per </a:t>
            </a:r>
            <a:r>
              <a:rPr lang="en-US" sz="3200" dirty="0" smtClean="0">
                <a:latin typeface="+mn-lt"/>
              </a:rPr>
              <a:t>AGS timing </a:t>
            </a:r>
            <a:r>
              <a:rPr lang="en-US" sz="3200" dirty="0">
                <a:latin typeface="+mn-lt"/>
              </a:rPr>
              <a:t>(i.e.9 hours of standard work hours) and holidays will be followed as per </a:t>
            </a:r>
            <a:r>
              <a:rPr lang="en-US" sz="3200" dirty="0" smtClean="0">
                <a:latin typeface="+mn-lt"/>
              </a:rPr>
              <a:t>AGS calendar</a:t>
            </a:r>
            <a:endParaRPr lang="en-US" sz="3200" dirty="0" smtClean="0">
              <a:latin typeface="+mn-lt"/>
            </a:endParaRPr>
          </a:p>
          <a:p>
            <a:pPr lvl="0"/>
            <a:endParaRPr lang="en-US" sz="3200" dirty="0">
              <a:latin typeface="+mn-lt"/>
            </a:endParaRPr>
          </a:p>
          <a:p>
            <a:pPr marL="285750" lvl="0" indent="-285750">
              <a:buFont typeface="Arial" panose="020B0604020202020204" pitchFamily="34" charset="0"/>
              <a:buChar char="•"/>
            </a:pPr>
            <a:r>
              <a:rPr lang="en-US" sz="3200" dirty="0">
                <a:latin typeface="+mn-lt"/>
              </a:rPr>
              <a:t>Planit team would be operating from </a:t>
            </a:r>
            <a:r>
              <a:rPr lang="en-US" sz="3200" dirty="0" smtClean="0">
                <a:latin typeface="+mn-lt"/>
              </a:rPr>
              <a:t>AGS facilities </a:t>
            </a:r>
            <a:r>
              <a:rPr lang="en-US" sz="3200" dirty="0">
                <a:latin typeface="+mn-lt"/>
              </a:rPr>
              <a:t>in Mumbai. </a:t>
            </a:r>
            <a:r>
              <a:rPr lang="en-US" sz="3200" dirty="0" smtClean="0">
                <a:latin typeface="+mn-lt"/>
              </a:rPr>
              <a:t>AGS would </a:t>
            </a:r>
            <a:r>
              <a:rPr lang="en-US" sz="3200" dirty="0">
                <a:latin typeface="+mn-lt"/>
              </a:rPr>
              <a:t>make all arrangements for providing seating, computing infrastructure and other amenities for the Planit team</a:t>
            </a:r>
          </a:p>
          <a:p>
            <a:endParaRPr lang="en-US" sz="3200" dirty="0">
              <a:latin typeface="+mn-lt"/>
            </a:endParaRPr>
          </a:p>
          <a:p>
            <a:pPr marL="285750" lvl="0" indent="-285750">
              <a:buFont typeface="Arial" panose="020B0604020202020204" pitchFamily="34" charset="0"/>
              <a:buChar char="•"/>
            </a:pPr>
            <a:r>
              <a:rPr lang="en-US" sz="3200" dirty="0" smtClean="0">
                <a:latin typeface="+mn-lt"/>
              </a:rPr>
              <a:t>Any </a:t>
            </a:r>
            <a:r>
              <a:rPr lang="en-US" sz="3200" dirty="0">
                <a:latin typeface="+mn-lt"/>
              </a:rPr>
              <a:t>travel if required will be charged additionally on actuals</a:t>
            </a:r>
          </a:p>
          <a:p>
            <a:endParaRPr lang="en-US" sz="3200" dirty="0">
              <a:latin typeface="+mn-lt"/>
            </a:endParaRPr>
          </a:p>
          <a:p>
            <a:pPr marL="285750" lvl="0" indent="-285750">
              <a:buFont typeface="Arial" panose="020B0604020202020204" pitchFamily="34" charset="0"/>
              <a:buChar char="•"/>
            </a:pPr>
            <a:r>
              <a:rPr lang="en-US" sz="3200" dirty="0">
                <a:latin typeface="+mn-lt"/>
              </a:rPr>
              <a:t>If any resource resigns from Planit, under such circumstances it will be Planit responsibility to provide a replacement at no additional cost and it will be Planit responsibility to take care of the Knowledge transfer and transition</a:t>
            </a:r>
          </a:p>
          <a:p>
            <a:endParaRPr lang="en-US" sz="3200" dirty="0">
              <a:latin typeface="+mn-lt"/>
            </a:endParaRPr>
          </a:p>
          <a:p>
            <a:pPr marL="285750" lvl="0" indent="-285750">
              <a:buFont typeface="Arial" panose="020B0604020202020204" pitchFamily="34" charset="0"/>
              <a:buChar char="•"/>
            </a:pPr>
            <a:r>
              <a:rPr lang="en-US" sz="3200" dirty="0">
                <a:latin typeface="+mn-lt"/>
              </a:rPr>
              <a:t>Any significant over time above this would be chargeable at pro rata basis considering based on agreed amount between </a:t>
            </a:r>
            <a:r>
              <a:rPr lang="en-US" sz="3200" dirty="0" smtClean="0">
                <a:latin typeface="+mn-lt"/>
              </a:rPr>
              <a:t>AGS &amp; </a:t>
            </a:r>
            <a:r>
              <a:rPr lang="en-US" sz="3200" dirty="0">
                <a:latin typeface="+mn-lt"/>
              </a:rPr>
              <a:t>Planit</a:t>
            </a:r>
          </a:p>
          <a:p>
            <a:endParaRPr lang="en-US" sz="3200" dirty="0">
              <a:latin typeface="+mn-lt"/>
            </a:endParaRPr>
          </a:p>
          <a:p>
            <a:pPr marL="285750" lvl="0" indent="-285750">
              <a:buFont typeface="Arial" panose="020B0604020202020204" pitchFamily="34" charset="0"/>
              <a:buChar char="•"/>
            </a:pPr>
            <a:r>
              <a:rPr lang="en-US" sz="3200" dirty="0">
                <a:latin typeface="+mn-lt"/>
              </a:rPr>
              <a:t>Planit resource would be eligible for 1 day leave per month, which would be billable and the will also be eligible for all the standard client </a:t>
            </a:r>
            <a:r>
              <a:rPr lang="en-US" sz="3200" dirty="0" smtClean="0">
                <a:latin typeface="+mn-lt"/>
              </a:rPr>
              <a:t>holidays</a:t>
            </a:r>
          </a:p>
          <a:p>
            <a:pPr marL="285750" lvl="0" indent="-285750">
              <a:buFont typeface="Arial" panose="020B0604020202020204" pitchFamily="34" charset="0"/>
              <a:buChar char="•"/>
            </a:pPr>
            <a:endParaRPr lang="en-US" sz="3200" dirty="0">
              <a:latin typeface="+mn-lt"/>
            </a:endParaRPr>
          </a:p>
          <a:p>
            <a:pPr marL="285750" lvl="0" indent="-285750">
              <a:buFont typeface="Arial" panose="020B0604020202020204" pitchFamily="34" charset="0"/>
              <a:buChar char="•"/>
            </a:pPr>
            <a:r>
              <a:rPr lang="en-US" sz="3200" dirty="0" smtClean="0">
                <a:latin typeface="+mn-lt"/>
              </a:rPr>
              <a:t>Any additional extension or addition of resource to support deliverables will require an additional purchase order to be issued based on the discussion between AGS &amp; Planit </a:t>
            </a:r>
            <a:endParaRPr lang="en-US" sz="3200" dirty="0">
              <a:latin typeface="+mn-lt"/>
            </a:endParaRPr>
          </a:p>
          <a:p>
            <a:r>
              <a:rPr lang="en-US" sz="2700" dirty="0">
                <a:latin typeface="+mn-lt"/>
              </a:rPr>
              <a:t> </a:t>
            </a:r>
          </a:p>
          <a:p>
            <a:r>
              <a:rPr lang="en-US" sz="2700" b="1" dirty="0">
                <a:latin typeface="+mn-lt"/>
              </a:rPr>
              <a:t>TERM &amp; TERMINATION</a:t>
            </a:r>
            <a:endParaRPr lang="en-US" sz="2700" dirty="0">
              <a:latin typeface="+mn-lt"/>
            </a:endParaRPr>
          </a:p>
          <a:p>
            <a:r>
              <a:rPr lang="en-US" dirty="0">
                <a:latin typeface="+mn-lt"/>
              </a:rPr>
              <a:t> </a:t>
            </a:r>
          </a:p>
          <a:p>
            <a:pPr lvl="0"/>
            <a:r>
              <a:rPr lang="en-US" sz="3200" dirty="0">
                <a:latin typeface="+mn-lt"/>
              </a:rPr>
              <a:t>The Agreement commences on the Effective Date and continues until terminated by either Party at any time upon thirty (30) days’ prior written notice to the other Party; provided that all the existing terms and conditions in the proposal as mentioned above shall remain in effect</a:t>
            </a:r>
          </a:p>
          <a:p>
            <a:endParaRPr lang="en-US" sz="2700" dirty="0">
              <a:latin typeface="+mn-lt"/>
            </a:endParaRPr>
          </a:p>
        </p:txBody>
      </p:sp>
      <p:sp>
        <p:nvSpPr>
          <p:cNvPr id="4" name="Footer Placeholder 3"/>
          <p:cNvSpPr>
            <a:spLocks noGrp="1"/>
          </p:cNvSpPr>
          <p:nvPr>
            <p:ph type="ftr" sz="quarter" idx="11"/>
          </p:nvPr>
        </p:nvSpPr>
        <p:spPr/>
        <p:txBody>
          <a:bodyPr/>
          <a:lstStyle/>
          <a:p>
            <a:r>
              <a:rPr lang="en-AU" smtClean="0"/>
              <a:t>© Planit Software Testing</a:t>
            </a:r>
            <a:endParaRPr lang="en-AU" dirty="0"/>
          </a:p>
        </p:txBody>
      </p:sp>
      <p:sp>
        <p:nvSpPr>
          <p:cNvPr id="5" name="Slide Number Placeholder 4"/>
          <p:cNvSpPr>
            <a:spLocks noGrp="1"/>
          </p:cNvSpPr>
          <p:nvPr>
            <p:ph type="sldNum" sz="quarter" idx="12"/>
          </p:nvPr>
        </p:nvSpPr>
        <p:spPr/>
        <p:txBody>
          <a:bodyPr/>
          <a:lstStyle/>
          <a:p>
            <a:fld id="{B343C9CB-C555-4E9B-92D9-067BF6B13A25}" type="slidenum">
              <a:rPr lang="en-AU" smtClean="0"/>
              <a:pPr/>
              <a:t>16</a:t>
            </a:fld>
            <a:endParaRPr lang="en-AU" dirty="0"/>
          </a:p>
        </p:txBody>
      </p:sp>
    </p:spTree>
    <p:extLst>
      <p:ext uri="{BB962C8B-B14F-4D97-AF65-F5344CB8AC3E}">
        <p14:creationId xmlns:p14="http://schemas.microsoft.com/office/powerpoint/2010/main" val="2707099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543" y="2120104"/>
            <a:ext cx="4615709" cy="1819471"/>
          </a:xfrm>
        </p:spPr>
        <p:txBody>
          <a:bodyPr>
            <a:normAutofit/>
          </a:bodyPr>
          <a:lstStyle/>
          <a:p>
            <a:pPr algn="r"/>
            <a:r>
              <a:rPr lang="en-AU" dirty="0"/>
              <a:t>Your Feedback is Welcome</a:t>
            </a:r>
          </a:p>
        </p:txBody>
      </p:sp>
      <p:sp>
        <p:nvSpPr>
          <p:cNvPr id="3" name="Subtitle 2"/>
          <p:cNvSpPr>
            <a:spLocks noGrp="1"/>
          </p:cNvSpPr>
          <p:nvPr>
            <p:ph type="subTitle" idx="1"/>
          </p:nvPr>
        </p:nvSpPr>
        <p:spPr>
          <a:xfrm>
            <a:off x="7612084" y="4857749"/>
            <a:ext cx="4292050" cy="1655017"/>
          </a:xfrm>
        </p:spPr>
        <p:txBody>
          <a:bodyPr>
            <a:normAutofit/>
          </a:bodyPr>
          <a:lstStyle/>
          <a:p>
            <a:pPr>
              <a:spcBef>
                <a:spcPts val="600"/>
              </a:spcBef>
              <a:spcAft>
                <a:spcPts val="600"/>
              </a:spcAft>
            </a:pPr>
            <a:r>
              <a:rPr lang="en-US" b="1" dirty="0" smtClean="0">
                <a:solidFill>
                  <a:schemeClr val="bg1"/>
                </a:solidFill>
              </a:rPr>
              <a:t>Siddharth Mirani :+ 91-9920126163</a:t>
            </a:r>
            <a:endParaRPr lang="en-AU" dirty="0">
              <a:solidFill>
                <a:schemeClr val="bg1"/>
              </a:solidFill>
            </a:endParaRPr>
          </a:p>
          <a:p>
            <a:pPr>
              <a:spcBef>
                <a:spcPts val="600"/>
              </a:spcBef>
              <a:spcAft>
                <a:spcPts val="600"/>
              </a:spcAft>
            </a:pPr>
            <a:r>
              <a:rPr lang="en-AU" dirty="0" smtClean="0">
                <a:solidFill>
                  <a:schemeClr val="bg1"/>
                </a:solidFill>
              </a:rPr>
              <a:t>siddharthm@planittesting.com</a:t>
            </a:r>
            <a:endParaRPr lang="en-AU" dirty="0">
              <a:solidFill>
                <a:schemeClr val="bg1"/>
              </a:solidFill>
            </a:endParaRPr>
          </a:p>
        </p:txBody>
      </p:sp>
      <p:sp>
        <p:nvSpPr>
          <p:cNvPr id="4" name="Footer Placeholder 3"/>
          <p:cNvSpPr>
            <a:spLocks noGrp="1"/>
          </p:cNvSpPr>
          <p:nvPr>
            <p:ph type="ftr" sz="quarter" idx="11"/>
          </p:nvPr>
        </p:nvSpPr>
        <p:spPr/>
        <p:txBody>
          <a:bodyPr/>
          <a:lstStyle/>
          <a:p>
            <a:r>
              <a:rPr lang="en-AU"/>
              <a:t>© Planit Software Testing</a:t>
            </a:r>
            <a:endParaRPr lang="en-AU" dirty="0"/>
          </a:p>
        </p:txBody>
      </p:sp>
      <p:sp>
        <p:nvSpPr>
          <p:cNvPr id="5" name="Slide Number Placeholder 4"/>
          <p:cNvSpPr>
            <a:spLocks noGrp="1"/>
          </p:cNvSpPr>
          <p:nvPr>
            <p:ph type="sldNum" sz="quarter" idx="12"/>
          </p:nvPr>
        </p:nvSpPr>
        <p:spPr/>
        <p:txBody>
          <a:bodyPr/>
          <a:lstStyle/>
          <a:p>
            <a:fld id="{B343C9CB-C555-4E9B-92D9-067BF6B13A25}" type="slidenum">
              <a:rPr lang="en-AU" smtClean="0"/>
              <a:pPr/>
              <a:t>17</a:t>
            </a:fld>
            <a:endParaRPr lang="en-AU" dirty="0"/>
          </a:p>
        </p:txBody>
      </p:sp>
    </p:spTree>
    <p:custDataLst>
      <p:tags r:id="rId1"/>
    </p:custDataLst>
    <p:extLst>
      <p:ext uri="{BB962C8B-B14F-4D97-AF65-F5344CB8AC3E}">
        <p14:creationId xmlns:p14="http://schemas.microsoft.com/office/powerpoint/2010/main" val="333065064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4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Template-2016" id="{46801D81-C465-4DBE-AA2A-B2204FD1D713}" vid="{22AFE889-DF95-44A2-ABC9-7683B7F5B5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7662</TotalTime>
  <Words>1152</Words>
  <Application>Microsoft Office PowerPoint</Application>
  <PresentationFormat>Widescreen</PresentationFormat>
  <Paragraphs>207</Paragraphs>
  <Slides>17</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2" baseType="lpstr">
      <vt:lpstr>Arial</vt:lpstr>
      <vt:lpstr>Calibri</vt:lpstr>
      <vt:lpstr>Times New Roman</vt:lpstr>
      <vt:lpstr>Office Theme</vt:lpstr>
      <vt:lpstr>Microsoft Word Document</vt:lpstr>
      <vt:lpstr>Functional Testing services for  Fast Lane Application</vt:lpstr>
      <vt:lpstr>Outline</vt:lpstr>
      <vt:lpstr>Executive Summary</vt:lpstr>
      <vt:lpstr>Scope &amp; Responsibilities for AGS &amp; Planit</vt:lpstr>
      <vt:lpstr>Scope &amp; Responsibilities for AGS &amp; Planit</vt:lpstr>
      <vt:lpstr>Our team composition for AGS</vt:lpstr>
      <vt:lpstr>Sample Reports &amp; Deliverables</vt:lpstr>
      <vt:lpstr>Functional Testing Deliverables</vt:lpstr>
      <vt:lpstr>Functional Testing Deliverables- A Sample </vt:lpstr>
      <vt:lpstr>Functional Testing Deliverables- A Sample </vt:lpstr>
      <vt:lpstr>Functional Testing Deliverables- A Sample </vt:lpstr>
      <vt:lpstr>Key Benefits of working with Planit  </vt:lpstr>
      <vt:lpstr>Milestones for Fast Lane Project</vt:lpstr>
      <vt:lpstr>Timelines &amp; Commercials</vt:lpstr>
      <vt:lpstr>Commercials</vt:lpstr>
      <vt:lpstr>Commercials</vt:lpstr>
      <vt:lpstr>Your Feedback is Welcome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Planit Cloud Solutions</dc:title>
  <dc:creator>Sarah Hellewell</dc:creator>
  <cp:lastModifiedBy>Siddharth Mirani</cp:lastModifiedBy>
  <cp:revision>296</cp:revision>
  <cp:lastPrinted>2016-03-29T07:15:36Z</cp:lastPrinted>
  <dcterms:created xsi:type="dcterms:W3CDTF">2016-03-21T03:30:15Z</dcterms:created>
  <dcterms:modified xsi:type="dcterms:W3CDTF">2017-11-30T08:46:56Z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E63CA73A-9EE6-408B-BE2D-49A0489F8BE7</vt:lpwstr>
  </property>
  <property fmtid="{D5CDD505-2E9C-101B-9397-08002B2CF9AE}" pid="3" name="ArticulatePath">
    <vt:lpwstr>https://planittesting-my.sharepoint.com/personal/byoung_planittesting_com/Documents/Planit%20Marketing%20Resources/Templates/Presentation-Template-2016</vt:lpwstr>
  </property>
</Properties>
</file>